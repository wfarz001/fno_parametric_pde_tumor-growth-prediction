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70" r:id="rId2"/>
    <p:sldId id="262" r:id="rId3"/>
    <p:sldId id="273" r:id="rId4"/>
    <p:sldId id="263" r:id="rId5"/>
    <p:sldId id="264" r:id="rId6"/>
    <p:sldId id="274" r:id="rId7"/>
    <p:sldId id="267" r:id="rId8"/>
    <p:sldId id="276" r:id="rId9"/>
    <p:sldId id="268" r:id="rId10"/>
    <p:sldId id="269" r:id="rId11"/>
    <p:sldId id="277" r:id="rId12"/>
    <p:sldId id="27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266" autoAdjust="0"/>
    <p:restoredTop sz="61017" autoAdjust="0"/>
  </p:normalViewPr>
  <p:slideViewPr>
    <p:cSldViewPr snapToGrid="0">
      <p:cViewPr varScale="1">
        <p:scale>
          <a:sx n="67" d="100"/>
          <a:sy n="67" d="100"/>
        </p:scale>
        <p:origin x="1740" y="7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313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4F9241B-8E67-4A13-A093-478F35C7307C}" type="datetimeFigureOut">
              <a:rPr lang="en-US" smtClean="0"/>
              <a:t>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76D227-FA3A-4CD4-8F06-9B646F8A83AD}" type="slidenum">
              <a:rPr lang="en-US" smtClean="0"/>
              <a:t>‹#›</a:t>
            </a:fld>
            <a:endParaRPr lang="en-US"/>
          </a:p>
        </p:txBody>
      </p:sp>
    </p:spTree>
    <p:extLst>
      <p:ext uri="{BB962C8B-B14F-4D97-AF65-F5344CB8AC3E}">
        <p14:creationId xmlns:p14="http://schemas.microsoft.com/office/powerpoint/2010/main" val="41779345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F8969B-F016-40CE-99CF-DFD791E60418}" type="datetimeFigureOut">
              <a:rPr lang="en-US" smtClean="0"/>
              <a:t>12/2/2024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4E0B0E-7423-4679-BEC3-E07D28DC8F3D}" type="slidenum">
              <a:rPr lang="en-US" smtClean="0"/>
              <a:t>‹#›</a:t>
            </a:fld>
            <a:endParaRPr lang="en-US"/>
          </a:p>
        </p:txBody>
      </p:sp>
    </p:spTree>
    <p:extLst>
      <p:ext uri="{BB962C8B-B14F-4D97-AF65-F5344CB8AC3E}">
        <p14:creationId xmlns:p14="http://schemas.microsoft.com/office/powerpoint/2010/main" val="88547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FNO solves governing equations or physics -based systems using only data, for example: initial condition of tumor and final state of tumor growth using FNO. </a:t>
            </a:r>
          </a:p>
        </p:txBody>
      </p:sp>
      <p:sp>
        <p:nvSpPr>
          <p:cNvPr id="4" name="Slide Number Placeholder 3"/>
          <p:cNvSpPr>
            <a:spLocks noGrp="1"/>
          </p:cNvSpPr>
          <p:nvPr>
            <p:ph type="sldNum" sz="quarter" idx="5"/>
          </p:nvPr>
        </p:nvSpPr>
        <p:spPr/>
        <p:txBody>
          <a:bodyPr/>
          <a:lstStyle/>
          <a:p>
            <a:fld id="{8E4E0B0E-7423-4679-BEC3-E07D28DC8F3D}" type="slidenum">
              <a:rPr lang="en-US" smtClean="0"/>
              <a:t>1</a:t>
            </a:fld>
            <a:endParaRPr lang="en-US"/>
          </a:p>
        </p:txBody>
      </p:sp>
    </p:spTree>
    <p:extLst>
      <p:ext uri="{BB962C8B-B14F-4D97-AF65-F5344CB8AC3E}">
        <p14:creationId xmlns:p14="http://schemas.microsoft.com/office/powerpoint/2010/main" val="1736509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Complex wave divided into smaller waves (1D example) </a:t>
            </a:r>
          </a:p>
          <a:p>
            <a:pPr marL="171450" indent="-171450">
              <a:buFont typeface="Arial" panose="020B0604020202020204" pitchFamily="34" charset="0"/>
              <a:buChar char="•"/>
            </a:pPr>
            <a:r>
              <a:rPr lang="en-US" dirty="0"/>
              <a:t>Low frequency and high frequency wave (Two spikes in frequency domain)</a:t>
            </a:r>
          </a:p>
          <a:p>
            <a:pPr marL="171450" indent="-171450">
              <a:buFont typeface="Arial" panose="020B0604020202020204" pitchFamily="34" charset="0"/>
              <a:buChar char="•"/>
            </a:pPr>
            <a:r>
              <a:rPr lang="en-US" dirty="0"/>
              <a:t>Signal Processing, denoising</a:t>
            </a:r>
          </a:p>
          <a:p>
            <a:pPr marL="171450" indent="-171450">
              <a:buFont typeface="Arial" panose="020B0604020202020204" pitchFamily="34" charset="0"/>
              <a:buChar char="•"/>
            </a:pPr>
            <a:r>
              <a:rPr lang="en-US" dirty="0"/>
              <a:t>Big wave corresponds to big changes or overall dynamics of changes (tumor grow up to 6 cm which is fatal –general rule)</a:t>
            </a:r>
          </a:p>
          <a:p>
            <a:pPr marL="171450" indent="-171450">
              <a:buFont typeface="Arial" panose="020B0604020202020204" pitchFamily="34" charset="0"/>
              <a:buChar char="•"/>
            </a:pPr>
            <a:r>
              <a:rPr lang="en-US" dirty="0"/>
              <a:t>FNO to understand the general trend in the physical system</a:t>
            </a:r>
          </a:p>
        </p:txBody>
      </p:sp>
      <p:sp>
        <p:nvSpPr>
          <p:cNvPr id="4" name="Slide Number Placeholder 3"/>
          <p:cNvSpPr>
            <a:spLocks noGrp="1"/>
          </p:cNvSpPr>
          <p:nvPr>
            <p:ph type="sldNum" sz="quarter" idx="5"/>
          </p:nvPr>
        </p:nvSpPr>
        <p:spPr/>
        <p:txBody>
          <a:bodyPr/>
          <a:lstStyle/>
          <a:p>
            <a:fld id="{8E4E0B0E-7423-4679-BEC3-E07D28DC8F3D}" type="slidenum">
              <a:rPr lang="en-US" smtClean="0"/>
              <a:t>2</a:t>
            </a:fld>
            <a:endParaRPr lang="en-US"/>
          </a:p>
        </p:txBody>
      </p:sp>
    </p:spTree>
    <p:extLst>
      <p:ext uri="{BB962C8B-B14F-4D97-AF65-F5344CB8AC3E}">
        <p14:creationId xmlns:p14="http://schemas.microsoft.com/office/powerpoint/2010/main" val="866815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Input and a function P that will change the image to some high channels (or dimension)</a:t>
            </a:r>
          </a:p>
          <a:p>
            <a:pPr marL="171450" indent="-171450">
              <a:buFont typeface="Arial" panose="020B0604020202020204" pitchFamily="34" charset="0"/>
              <a:buChar char="•"/>
            </a:pPr>
            <a:r>
              <a:rPr lang="en-US" dirty="0"/>
              <a:t>Then Fourier Layers and then Decoder Q , that will decode from latent space, some kind of representation of input image.</a:t>
            </a:r>
          </a:p>
          <a:p>
            <a:pPr marL="171450" indent="-171450">
              <a:buFont typeface="Arial" panose="020B0604020202020204" pitchFamily="34" charset="0"/>
              <a:buChar char="•"/>
            </a:pPr>
            <a:r>
              <a:rPr lang="en-US" dirty="0"/>
              <a:t>The output is U(x)</a:t>
            </a:r>
          </a:p>
          <a:p>
            <a:endParaRPr lang="en-US" dirty="0"/>
          </a:p>
          <a:p>
            <a:pPr marL="171450" indent="-171450">
              <a:buFont typeface="Arial" panose="020B0604020202020204" pitchFamily="34" charset="0"/>
              <a:buChar char="•"/>
            </a:pPr>
            <a:r>
              <a:rPr lang="en-US" dirty="0"/>
              <a:t>Noisy input V(x) and </a:t>
            </a:r>
            <a:r>
              <a:rPr lang="en-US" dirty="0" err="1"/>
              <a:t>fourier</a:t>
            </a:r>
            <a:r>
              <a:rPr lang="en-US" dirty="0"/>
              <a:t> transform to get the signal decomposition</a:t>
            </a:r>
          </a:p>
          <a:p>
            <a:pPr marL="171450" indent="-171450">
              <a:buFont typeface="Arial" panose="020B0604020202020204" pitchFamily="34" charset="0"/>
              <a:buChar char="•"/>
            </a:pPr>
            <a:r>
              <a:rPr lang="en-US" dirty="0"/>
              <a:t>Then pass through the linear transformation (R) and it will cut down the high frequency component up to certain user defined threshold</a:t>
            </a:r>
          </a:p>
          <a:p>
            <a:pPr marL="171450" indent="-171450">
              <a:buFont typeface="Arial" panose="020B0604020202020204" pitchFamily="34" charset="0"/>
              <a:buChar char="•"/>
            </a:pPr>
            <a:r>
              <a:rPr lang="en-US" dirty="0"/>
              <a:t>Then the inverse </a:t>
            </a:r>
            <a:r>
              <a:rPr lang="en-US" dirty="0" err="1"/>
              <a:t>fourier</a:t>
            </a:r>
            <a:r>
              <a:rPr lang="en-US" dirty="0"/>
              <a:t> transform</a:t>
            </a:r>
          </a:p>
          <a:p>
            <a:pPr marL="171450" indent="-171450">
              <a:buFont typeface="Arial" panose="020B0604020202020204" pitchFamily="34" charset="0"/>
              <a:buChar char="•"/>
            </a:pPr>
            <a:r>
              <a:rPr lang="en-US" dirty="0"/>
              <a:t>Another linear transform (W) and concatenation</a:t>
            </a:r>
          </a:p>
          <a:p>
            <a:pPr marL="171450" indent="-171450">
              <a:buFont typeface="Arial" panose="020B0604020202020204" pitchFamily="34" charset="0"/>
              <a:buChar char="•"/>
            </a:pPr>
            <a:r>
              <a:rPr lang="en-US" dirty="0"/>
              <a:t>Then pass through the activation function</a:t>
            </a:r>
          </a:p>
          <a:p>
            <a:endParaRPr lang="en-US" dirty="0"/>
          </a:p>
        </p:txBody>
      </p:sp>
      <p:sp>
        <p:nvSpPr>
          <p:cNvPr id="4" name="Slide Number Placeholder 3"/>
          <p:cNvSpPr>
            <a:spLocks noGrp="1"/>
          </p:cNvSpPr>
          <p:nvPr>
            <p:ph type="sldNum" sz="quarter" idx="5"/>
          </p:nvPr>
        </p:nvSpPr>
        <p:spPr/>
        <p:txBody>
          <a:bodyPr/>
          <a:lstStyle/>
          <a:p>
            <a:fld id="{8E4E0B0E-7423-4679-BEC3-E07D28DC8F3D}" type="slidenum">
              <a:rPr lang="en-US" smtClean="0"/>
              <a:t>3</a:t>
            </a:fld>
            <a:endParaRPr lang="en-US"/>
          </a:p>
        </p:txBody>
      </p:sp>
    </p:spTree>
    <p:extLst>
      <p:ext uri="{BB962C8B-B14F-4D97-AF65-F5344CB8AC3E}">
        <p14:creationId xmlns:p14="http://schemas.microsoft.com/office/powerpoint/2010/main" val="9592515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 condition and final state is the analytical solution of reaction-Diffusion equation of tumor growth model.</a:t>
            </a:r>
          </a:p>
        </p:txBody>
      </p:sp>
      <p:sp>
        <p:nvSpPr>
          <p:cNvPr id="4" name="Slide Number Placeholder 3"/>
          <p:cNvSpPr>
            <a:spLocks noGrp="1"/>
          </p:cNvSpPr>
          <p:nvPr>
            <p:ph type="sldNum" sz="quarter" idx="5"/>
          </p:nvPr>
        </p:nvSpPr>
        <p:spPr/>
        <p:txBody>
          <a:bodyPr/>
          <a:lstStyle/>
          <a:p>
            <a:fld id="{8E4E0B0E-7423-4679-BEC3-E07D28DC8F3D}" type="slidenum">
              <a:rPr lang="en-US" smtClean="0"/>
              <a:t>4</a:t>
            </a:fld>
            <a:endParaRPr lang="en-US"/>
          </a:p>
        </p:txBody>
      </p:sp>
    </p:spTree>
    <p:extLst>
      <p:ext uri="{BB962C8B-B14F-4D97-AF65-F5344CB8AC3E}">
        <p14:creationId xmlns:p14="http://schemas.microsoft.com/office/powerpoint/2010/main" val="1106900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where </a:t>
                </a:r>
                <a14:m>
                  <m:oMath xmlns:m="http://schemas.openxmlformats.org/officeDocument/2006/math">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𝐷</m:t>
                    </m:r>
                  </m:oMath>
                </a14:m>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is the diffusion coefficient representing the spread of tumor cells, </a:t>
                </a:r>
                <a14:m>
                  <m:oMath xmlns:m="http://schemas.openxmlformats.org/officeDocument/2006/math">
                    <m:sSup>
                      <m:sSup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pPr>
                      <m:e>
                        <m:r>
                          <m:rPr>
                            <m:sty m:val="p"/>
                          </m:rPr>
                          <a:rPr lang="en-US" sz="1800" kern="100">
                            <a:effectLst/>
                            <a:latin typeface="Cambria Math" panose="02040503050406030204" pitchFamily="18" charset="0"/>
                            <a:ea typeface="Aptos" panose="020B0004020202020204" pitchFamily="34" charset="0"/>
                            <a:cs typeface="Times New Roman" panose="02020603050405020304" pitchFamily="18" charset="0"/>
                          </a:rPr>
                          <m:t>∇</m:t>
                        </m:r>
                      </m:e>
                      <m: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2</m:t>
                        </m:r>
                      </m:sup>
                    </m:sSup>
                  </m:oMath>
                </a14:m>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denotes the Laplace operator capturing spatial diffusion, and </a:t>
                </a:r>
                <a14:m>
                  <m:oMath xmlns:m="http://schemas.openxmlformats.org/officeDocument/2006/math">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𝑓</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𝑢</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oMath>
                </a14:m>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represents the reaction term, which models the proliferation of tumor cells.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Traditional methods like FDM or FEM discrete the spatial domain </a:t>
                </a:r>
                <a14:m>
                  <m:oMath xmlns:m="http://schemas.openxmlformats.org/officeDocument/2006/math">
                    <m:r>
                      <m:rPr>
                        <m:sty m:val="p"/>
                      </m:rP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m:t>Ω</m:t>
                    </m:r>
                  </m:oMath>
                </a14:m>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into a fine grid to solve the PDE, but this becomes computationally expensive as the resolution of the mesh increases.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mc:Choice>
        <mc:Fallback xmlns="">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where </a:t>
                </a:r>
                <a:r>
                  <a:rPr lang="en-US" sz="1800" i="0" kern="100">
                    <a:effectLst/>
                    <a:latin typeface="Cambria Math" panose="02040503050406030204" pitchFamily="18" charset="0"/>
                    <a:ea typeface="Aptos" panose="020B0004020202020204" pitchFamily="34" charset="0"/>
                    <a:cs typeface="Times New Roman" panose="02020603050405020304" pitchFamily="18" charset="0"/>
                  </a:rPr>
                  <a:t>𝐷</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is the diffusion coefficient representing the spread of tumor cells, </a:t>
                </a:r>
                <a:r>
                  <a:rPr lang="en-US" sz="1800" i="0" kern="100">
                    <a:effectLst/>
                    <a:latin typeface="Cambria Math" panose="02040503050406030204" pitchFamily="18" charset="0"/>
                    <a:ea typeface="Aptos" panose="020B0004020202020204" pitchFamily="34" charset="0"/>
                    <a:cs typeface="Times New Roman" panose="02020603050405020304" pitchFamily="18" charset="0"/>
                  </a:rPr>
                  <a:t>∇^2</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denotes the Laplace operator capturing spatial diffusion, and </a:t>
                </a:r>
                <a:r>
                  <a:rPr lang="en-US" sz="1800" i="0" kern="100">
                    <a:effectLst/>
                    <a:latin typeface="Cambria Math" panose="02040503050406030204" pitchFamily="18" charset="0"/>
                    <a:ea typeface="Aptos" panose="020B0004020202020204" pitchFamily="34" charset="0"/>
                    <a:cs typeface="Times New Roman" panose="02020603050405020304" pitchFamily="18" charset="0"/>
                  </a:rPr>
                  <a:t>𝑓(𝑢)</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represents the reaction term, which models the proliferation of tumor cells.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Traditional methods like FDM or FEM discrete the spatial domain </a:t>
                </a:r>
                <a:r>
                  <a:rPr lang="en-US" sz="1800" i="0" kern="100">
                    <a:effectLst/>
                    <a:latin typeface="Cambria Math" panose="02040503050406030204" pitchFamily="18" charset="0"/>
                    <a:ea typeface="Times New Roman" panose="02020603050405020304" pitchFamily="18" charset="0"/>
                    <a:cs typeface="Times New Roman" panose="02020603050405020304" pitchFamily="18" charset="0"/>
                  </a:rPr>
                  <a:t>Ω</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into a fine grid to solve the PDE, but this becomes computationally expensive as the resolution of the mesh increases.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mc:Fallback>
      </mc:AlternateContent>
      <p:sp>
        <p:nvSpPr>
          <p:cNvPr id="4" name="Slide Number Placeholder 3"/>
          <p:cNvSpPr>
            <a:spLocks noGrp="1"/>
          </p:cNvSpPr>
          <p:nvPr>
            <p:ph type="sldNum" sz="quarter" idx="5"/>
          </p:nvPr>
        </p:nvSpPr>
        <p:spPr/>
        <p:txBody>
          <a:bodyPr/>
          <a:lstStyle/>
          <a:p>
            <a:fld id="{8E4E0B0E-7423-4679-BEC3-E07D28DC8F3D}" type="slidenum">
              <a:rPr lang="en-US" smtClean="0"/>
              <a:t>5</a:t>
            </a:fld>
            <a:endParaRPr lang="en-US"/>
          </a:p>
        </p:txBody>
      </p:sp>
    </p:spTree>
    <p:extLst>
      <p:ext uri="{BB962C8B-B14F-4D97-AF65-F5344CB8AC3E}">
        <p14:creationId xmlns:p14="http://schemas.microsoft.com/office/powerpoint/2010/main" val="59102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training loop processes 3D data, adding a channel dimension to match the expected input size. </a:t>
            </a:r>
          </a:p>
          <a:p>
            <a:pPr marL="171450" indent="-171450">
              <a:buFont typeface="Arial" panose="020B0604020202020204" pitchFamily="34" charset="0"/>
              <a:buChar char="•"/>
            </a:pPr>
            <a:r>
              <a:rPr lang="en-US" dirty="0"/>
              <a:t>The model minimizes different loss function (mean  square error, mean absolute error, </a:t>
            </a:r>
            <a:r>
              <a:rPr lang="en-US" dirty="0" err="1"/>
              <a:t>huber</a:t>
            </a:r>
            <a:r>
              <a:rPr lang="en-US" dirty="0"/>
              <a:t> loss, combined loss)  to predict the final tumor state from initial conditions. </a:t>
            </a:r>
          </a:p>
          <a:p>
            <a:pPr marL="171450" indent="-171450">
              <a:buFont typeface="Arial" panose="020B0604020202020204" pitchFamily="34" charset="0"/>
              <a:buChar char="•"/>
            </a:pPr>
            <a:r>
              <a:rPr lang="en-US" dirty="0"/>
              <a:t>The loss is computed over batches, and gradients are backpropagated to update the model's weights</a:t>
            </a:r>
          </a:p>
          <a:p>
            <a:pPr marL="171450" indent="-171450">
              <a:buFont typeface="Arial" panose="020B0604020202020204" pitchFamily="34" charset="0"/>
              <a:buChar char="•"/>
            </a:pPr>
            <a:r>
              <a:rPr lang="en-US" dirty="0"/>
              <a:t>By combining the strengths of FNO3D and CNN architectures, the model effectively captures both local and global spatial dependencies in tumor growth simulations.</a:t>
            </a:r>
          </a:p>
        </p:txBody>
      </p:sp>
      <p:sp>
        <p:nvSpPr>
          <p:cNvPr id="4" name="Slide Number Placeholder 3"/>
          <p:cNvSpPr>
            <a:spLocks noGrp="1"/>
          </p:cNvSpPr>
          <p:nvPr>
            <p:ph type="sldNum" sz="quarter" idx="5"/>
          </p:nvPr>
        </p:nvSpPr>
        <p:spPr/>
        <p:txBody>
          <a:bodyPr/>
          <a:lstStyle/>
          <a:p>
            <a:fld id="{8E4E0B0E-7423-4679-BEC3-E07D28DC8F3D}" type="slidenum">
              <a:rPr lang="en-US" smtClean="0"/>
              <a:t>6</a:t>
            </a:fld>
            <a:endParaRPr lang="en-US"/>
          </a:p>
        </p:txBody>
      </p:sp>
    </p:spTree>
    <p:extLst>
      <p:ext uri="{BB962C8B-B14F-4D97-AF65-F5344CB8AC3E}">
        <p14:creationId xmlns:p14="http://schemas.microsoft.com/office/powerpoint/2010/main" val="629734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performance metrics used to evaluate the models include RMSE (Root Mean Squared Error), which measures the average magnitude of the errors between predicted and actual values;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MAE (Mean Absolute Error), which quantifies the average absolute difference between predictions and actual values; and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R² (R-squared), which indicates the proportion of variance in the data explained by the model.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PSNR (Peak Signal-to-Noise Ratio) assesses the quality of image reconstruction,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while SSIM (Structural Similarity Index) measures the similarity between two images.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Dice Similarity Coefficient quantifies the overlap between predicted and actual tumor regions, and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MAPE (Mean Absolute Percentage Error) evaluates the percentage error in predictions.</a:t>
            </a:r>
          </a:p>
        </p:txBody>
      </p:sp>
      <p:sp>
        <p:nvSpPr>
          <p:cNvPr id="4" name="Slide Number Placeholder 3"/>
          <p:cNvSpPr>
            <a:spLocks noGrp="1"/>
          </p:cNvSpPr>
          <p:nvPr>
            <p:ph type="sldNum" sz="quarter" idx="5"/>
          </p:nvPr>
        </p:nvSpPr>
        <p:spPr/>
        <p:txBody>
          <a:bodyPr/>
          <a:lstStyle/>
          <a:p>
            <a:fld id="{8E4E0B0E-7423-4679-BEC3-E07D28DC8F3D}" type="slidenum">
              <a:rPr lang="en-US" smtClean="0"/>
              <a:t>7</a:t>
            </a:fld>
            <a:endParaRPr lang="en-US"/>
          </a:p>
        </p:txBody>
      </p:sp>
    </p:spTree>
    <p:extLst>
      <p:ext uri="{BB962C8B-B14F-4D97-AF65-F5344CB8AC3E}">
        <p14:creationId xmlns:p14="http://schemas.microsoft.com/office/powerpoint/2010/main" val="6073853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4E0B0E-7423-4679-BEC3-E07D28DC8F3D}" type="slidenum">
              <a:rPr lang="en-US" smtClean="0"/>
              <a:t>8</a:t>
            </a:fld>
            <a:endParaRPr lang="en-US"/>
          </a:p>
        </p:txBody>
      </p:sp>
    </p:spTree>
    <p:extLst>
      <p:ext uri="{BB962C8B-B14F-4D97-AF65-F5344CB8AC3E}">
        <p14:creationId xmlns:p14="http://schemas.microsoft.com/office/powerpoint/2010/main" val="1449933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combined loss function incorporates SSIM to better capture structural similarity between predicted and ground truth images, alongside Huber loss to ensure smooth training.</a:t>
            </a:r>
          </a:p>
          <a:p>
            <a:endParaRPr lang="en-US" dirty="0"/>
          </a:p>
        </p:txBody>
      </p:sp>
      <p:sp>
        <p:nvSpPr>
          <p:cNvPr id="4" name="Slide Number Placeholder 3"/>
          <p:cNvSpPr>
            <a:spLocks noGrp="1"/>
          </p:cNvSpPr>
          <p:nvPr>
            <p:ph type="sldNum" sz="quarter" idx="5"/>
          </p:nvPr>
        </p:nvSpPr>
        <p:spPr/>
        <p:txBody>
          <a:bodyPr/>
          <a:lstStyle/>
          <a:p>
            <a:fld id="{8E4E0B0E-7423-4679-BEC3-E07D28DC8F3D}" type="slidenum">
              <a:rPr lang="en-US" smtClean="0"/>
              <a:t>9</a:t>
            </a:fld>
            <a:endParaRPr lang="en-US"/>
          </a:p>
        </p:txBody>
      </p:sp>
    </p:spTree>
    <p:extLst>
      <p:ext uri="{BB962C8B-B14F-4D97-AF65-F5344CB8AC3E}">
        <p14:creationId xmlns:p14="http://schemas.microsoft.com/office/powerpoint/2010/main" val="3582543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In the FNO model, different modes (8, 16, 32, 128, 256) represent different configurations of the model's network, primarily indicating the number of modes (Fourier basis functions) used for the spectral representation of the input data.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choice of modes can significantly affect the model's performance. </a:t>
            </a:r>
          </a:p>
          <a:p>
            <a:pPr marL="171450" indent="-171450">
              <a:buFont typeface="Arial" panose="020B0604020202020204" pitchFamily="34" charset="0"/>
              <a:buChar char="•"/>
            </a:pPr>
            <a:r>
              <a:rPr lang="en-US" dirty="0"/>
              <a:t>Generally, as the number of modes increases, the model may capture more complex features, potentially leading to better generalization and performance.</a:t>
            </a:r>
          </a:p>
        </p:txBody>
      </p:sp>
      <p:sp>
        <p:nvSpPr>
          <p:cNvPr id="4" name="Slide Number Placeholder 3"/>
          <p:cNvSpPr>
            <a:spLocks noGrp="1"/>
          </p:cNvSpPr>
          <p:nvPr>
            <p:ph type="sldNum" sz="quarter" idx="5"/>
          </p:nvPr>
        </p:nvSpPr>
        <p:spPr/>
        <p:txBody>
          <a:bodyPr/>
          <a:lstStyle/>
          <a:p>
            <a:fld id="{8E4E0B0E-7423-4679-BEC3-E07D28DC8F3D}" type="slidenum">
              <a:rPr lang="en-US" smtClean="0"/>
              <a:t>10</a:t>
            </a:fld>
            <a:endParaRPr lang="en-US"/>
          </a:p>
        </p:txBody>
      </p:sp>
    </p:spTree>
    <p:extLst>
      <p:ext uri="{BB962C8B-B14F-4D97-AF65-F5344CB8AC3E}">
        <p14:creationId xmlns:p14="http://schemas.microsoft.com/office/powerpoint/2010/main" val="22069721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Model Performance Comparison</a:t>
            </a:r>
            <a:r>
              <a:rPr lang="en-US" dirty="0"/>
              <a:t>: </a:t>
            </a:r>
          </a:p>
          <a:p>
            <a:r>
              <a:rPr lang="en-US" b="1" dirty="0"/>
              <a:t>FNO vs. CNN Strengths</a:t>
            </a:r>
            <a:r>
              <a:rPr lang="en-US" dirty="0"/>
              <a:t>: </a:t>
            </a:r>
          </a:p>
          <a:p>
            <a:r>
              <a:rPr lang="en-US" b="1" dirty="0"/>
              <a:t>Impact of FNO Mode Configurations</a:t>
            </a:r>
            <a:endParaRPr lang="en-US" dirty="0"/>
          </a:p>
        </p:txBody>
      </p:sp>
      <p:sp>
        <p:nvSpPr>
          <p:cNvPr id="4" name="Slide Number Placeholder 3"/>
          <p:cNvSpPr>
            <a:spLocks noGrp="1"/>
          </p:cNvSpPr>
          <p:nvPr>
            <p:ph type="sldNum" sz="quarter" idx="5"/>
          </p:nvPr>
        </p:nvSpPr>
        <p:spPr/>
        <p:txBody>
          <a:bodyPr/>
          <a:lstStyle/>
          <a:p>
            <a:fld id="{8E4E0B0E-7423-4679-BEC3-E07D28DC8F3D}" type="slidenum">
              <a:rPr lang="en-US" smtClean="0"/>
              <a:t>11</a:t>
            </a:fld>
            <a:endParaRPr lang="en-US"/>
          </a:p>
        </p:txBody>
      </p:sp>
    </p:spTree>
    <p:extLst>
      <p:ext uri="{BB962C8B-B14F-4D97-AF65-F5344CB8AC3E}">
        <p14:creationId xmlns:p14="http://schemas.microsoft.com/office/powerpoint/2010/main" val="2753331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A">
    <p:spTree>
      <p:nvGrpSpPr>
        <p:cNvPr id="1" name=""/>
        <p:cNvGrpSpPr/>
        <p:nvPr/>
      </p:nvGrpSpPr>
      <p:grpSpPr>
        <a:xfrm>
          <a:off x="0" y="0"/>
          <a:ext cx="0" cy="0"/>
          <a:chOff x="0" y="0"/>
          <a:chExt cx="0" cy="0"/>
        </a:xfrm>
      </p:grpSpPr>
      <p:sp>
        <p:nvSpPr>
          <p:cNvPr id="27" name="Rectangle 11"/>
          <p:cNvSpPr/>
          <p:nvPr userDrawn="1"/>
        </p:nvSpPr>
        <p:spPr>
          <a:xfrm>
            <a:off x="8775700" y="12700"/>
            <a:ext cx="2476500" cy="6858000"/>
          </a:xfrm>
          <a:custGeom>
            <a:avLst/>
            <a:gdLst>
              <a:gd name="connsiteX0" fmla="*/ 0 w 2476500"/>
              <a:gd name="connsiteY0" fmla="*/ 0 h 6858000"/>
              <a:gd name="connsiteX1" fmla="*/ 2476500 w 2476500"/>
              <a:gd name="connsiteY1" fmla="*/ 0 h 6858000"/>
              <a:gd name="connsiteX2" fmla="*/ 2476500 w 2476500"/>
              <a:gd name="connsiteY2" fmla="*/ 6858000 h 6858000"/>
              <a:gd name="connsiteX3" fmla="*/ 0 w 2476500"/>
              <a:gd name="connsiteY3" fmla="*/ 6858000 h 6858000"/>
              <a:gd name="connsiteX4" fmla="*/ 0 w 2476500"/>
              <a:gd name="connsiteY4" fmla="*/ 0 h 6858000"/>
              <a:gd name="connsiteX0" fmla="*/ 0 w 2476500"/>
              <a:gd name="connsiteY0" fmla="*/ 0 h 6858000"/>
              <a:gd name="connsiteX1" fmla="*/ 2476500 w 2476500"/>
              <a:gd name="connsiteY1" fmla="*/ 6858000 h 6858000"/>
              <a:gd name="connsiteX2" fmla="*/ 0 w 2476500"/>
              <a:gd name="connsiteY2" fmla="*/ 6858000 h 6858000"/>
              <a:gd name="connsiteX3" fmla="*/ 0 w 2476500"/>
              <a:gd name="connsiteY3" fmla="*/ 0 h 6858000"/>
            </a:gdLst>
            <a:ahLst/>
            <a:cxnLst>
              <a:cxn ang="0">
                <a:pos x="connsiteX0" y="connsiteY0"/>
              </a:cxn>
              <a:cxn ang="0">
                <a:pos x="connsiteX1" y="connsiteY1"/>
              </a:cxn>
              <a:cxn ang="0">
                <a:pos x="connsiteX2" y="connsiteY2"/>
              </a:cxn>
              <a:cxn ang="0">
                <a:pos x="connsiteX3" y="connsiteY3"/>
              </a:cxn>
            </a:cxnLst>
            <a:rect l="l" t="t" r="r" b="b"/>
            <a:pathLst>
              <a:path w="2476500" h="6858000">
                <a:moveTo>
                  <a:pt x="0" y="0"/>
                </a:moveTo>
                <a:lnTo>
                  <a:pt x="2476500" y="6858000"/>
                </a:lnTo>
                <a:lnTo>
                  <a:pt x="0" y="6858000"/>
                </a:lnTo>
                <a:lnTo>
                  <a:pt x="0" y="0"/>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4"/>
          <p:cNvSpPr/>
          <p:nvPr userDrawn="1"/>
        </p:nvSpPr>
        <p:spPr>
          <a:xfrm rot="10800000" flipV="1">
            <a:off x="4054364" y="-3766"/>
            <a:ext cx="8137635" cy="6870233"/>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52412"/>
              <a:gd name="connsiteX1" fmla="*/ 11030763 w 11030763"/>
              <a:gd name="connsiteY1" fmla="*/ 2996 h 6652412"/>
              <a:gd name="connsiteX2" fmla="*/ 11030763 w 11030763"/>
              <a:gd name="connsiteY2" fmla="*/ 6636033 h 6652412"/>
              <a:gd name="connsiteX3" fmla="*/ 3212636 w 11030763"/>
              <a:gd name="connsiteY3" fmla="*/ 6652412 h 6652412"/>
              <a:gd name="connsiteX4" fmla="*/ 0 w 11030763"/>
              <a:gd name="connsiteY4" fmla="*/ 0 h 6652412"/>
              <a:gd name="connsiteX0" fmla="*/ 0 w 11046873"/>
              <a:gd name="connsiteY0" fmla="*/ 0 h 6652412"/>
              <a:gd name="connsiteX1" fmla="*/ 11030763 w 11046873"/>
              <a:gd name="connsiteY1" fmla="*/ 2996 h 6652412"/>
              <a:gd name="connsiteX2" fmla="*/ 11046873 w 11046873"/>
              <a:gd name="connsiteY2" fmla="*/ 6652412 h 6652412"/>
              <a:gd name="connsiteX3" fmla="*/ 3212636 w 11046873"/>
              <a:gd name="connsiteY3" fmla="*/ 6652412 h 6652412"/>
              <a:gd name="connsiteX4" fmla="*/ 0 w 11046873"/>
              <a:gd name="connsiteY4" fmla="*/ 0 h 6652412"/>
              <a:gd name="connsiteX0" fmla="*/ 0 w 11046873"/>
              <a:gd name="connsiteY0" fmla="*/ 0 h 6652412"/>
              <a:gd name="connsiteX1" fmla="*/ 11038819 w 11046873"/>
              <a:gd name="connsiteY1" fmla="*/ 11209 h 6652412"/>
              <a:gd name="connsiteX2" fmla="*/ 11046873 w 11046873"/>
              <a:gd name="connsiteY2" fmla="*/ 6652412 h 6652412"/>
              <a:gd name="connsiteX3" fmla="*/ 3212636 w 11046873"/>
              <a:gd name="connsiteY3" fmla="*/ 6652412 h 6652412"/>
              <a:gd name="connsiteX4" fmla="*/ 0 w 11046873"/>
              <a:gd name="connsiteY4" fmla="*/ 0 h 6652412"/>
              <a:gd name="connsiteX0" fmla="*/ 0 w 11046873"/>
              <a:gd name="connsiteY0" fmla="*/ 5217 h 6657629"/>
              <a:gd name="connsiteX1" fmla="*/ 11038819 w 11046873"/>
              <a:gd name="connsiteY1" fmla="*/ 0 h 6657629"/>
              <a:gd name="connsiteX2" fmla="*/ 11046873 w 11046873"/>
              <a:gd name="connsiteY2" fmla="*/ 6657629 h 6657629"/>
              <a:gd name="connsiteX3" fmla="*/ 3212636 w 11046873"/>
              <a:gd name="connsiteY3" fmla="*/ 6657629 h 6657629"/>
              <a:gd name="connsiteX4" fmla="*/ 0 w 11046873"/>
              <a:gd name="connsiteY4" fmla="*/ 5217 h 6657629"/>
              <a:gd name="connsiteX0" fmla="*/ 0 w 11047648"/>
              <a:gd name="connsiteY0" fmla="*/ 0 h 6652412"/>
              <a:gd name="connsiteX1" fmla="*/ 11046873 w 11047648"/>
              <a:gd name="connsiteY1" fmla="*/ 2995 h 6652412"/>
              <a:gd name="connsiteX2" fmla="*/ 11046873 w 11047648"/>
              <a:gd name="connsiteY2" fmla="*/ 6652412 h 6652412"/>
              <a:gd name="connsiteX3" fmla="*/ 3212636 w 11047648"/>
              <a:gd name="connsiteY3" fmla="*/ 6652412 h 6652412"/>
              <a:gd name="connsiteX4" fmla="*/ 0 w 11047648"/>
              <a:gd name="connsiteY4" fmla="*/ 0 h 6652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47648" h="6652412">
                <a:moveTo>
                  <a:pt x="0" y="0"/>
                </a:moveTo>
                <a:lnTo>
                  <a:pt x="11046873" y="2995"/>
                </a:lnTo>
                <a:cubicBezTo>
                  <a:pt x="11049558" y="2216729"/>
                  <a:pt x="11044188" y="4438678"/>
                  <a:pt x="11046873" y="6652412"/>
                </a:cubicBezTo>
                <a:lnTo>
                  <a:pt x="3212636" y="6652412"/>
                </a:lnTo>
                <a:lnTo>
                  <a:pt x="0" y="0"/>
                </a:lnTo>
                <a:close/>
              </a:path>
            </a:pathLst>
          </a:cu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 name="Title 1"/>
          <p:cNvSpPr>
            <a:spLocks noGrp="1"/>
          </p:cNvSpPr>
          <p:nvPr>
            <p:ph type="title" hasCustomPrompt="1"/>
          </p:nvPr>
        </p:nvSpPr>
        <p:spPr>
          <a:xfrm>
            <a:off x="4589989" y="1615384"/>
            <a:ext cx="6116133" cy="1593483"/>
          </a:xfrm>
        </p:spPr>
        <p:txBody>
          <a:bodyPr>
            <a:noAutofit/>
          </a:bodyPr>
          <a:lstStyle>
            <a:lvl1pPr>
              <a:defRPr sz="4800" b="1">
                <a:solidFill>
                  <a:schemeClr val="bg1"/>
                </a:solidFill>
              </a:defRPr>
            </a:lvl1pPr>
          </a:lstStyle>
          <a:p>
            <a:r>
              <a:rPr lang="en-US" dirty="0"/>
              <a:t>Click To Edit Master Title Style</a:t>
            </a:r>
          </a:p>
        </p:txBody>
      </p:sp>
      <p:sp>
        <p:nvSpPr>
          <p:cNvPr id="23" name="Text Placeholder 6"/>
          <p:cNvSpPr>
            <a:spLocks noGrp="1"/>
          </p:cNvSpPr>
          <p:nvPr>
            <p:ph type="body" sz="quarter" idx="13"/>
          </p:nvPr>
        </p:nvSpPr>
        <p:spPr>
          <a:xfrm>
            <a:off x="4589989" y="4450841"/>
            <a:ext cx="5458837" cy="935421"/>
          </a:xfrm>
        </p:spPr>
        <p:txBody>
          <a:bodyPr>
            <a:normAutofit/>
          </a:bodyPr>
          <a:lstStyle>
            <a:lvl1pPr algn="l">
              <a:defRPr sz="2200">
                <a:solidFill>
                  <a:schemeClr val="bg1"/>
                </a:solidFill>
              </a:defRPr>
            </a:lvl1pPr>
          </a:lstStyle>
          <a:p>
            <a:pPr lvl="0"/>
            <a:r>
              <a:rPr lang="en-US"/>
              <a:t>Click to edit Master text styles</a:t>
            </a:r>
          </a:p>
        </p:txBody>
      </p:sp>
      <p:pic>
        <p:nvPicPr>
          <p:cNvPr id="24" name="Picture 23" descr="ODU_sig_REV-01.eps"/>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589989" y="471245"/>
            <a:ext cx="1825083" cy="767281"/>
          </a:xfrm>
          <a:prstGeom prst="rect">
            <a:avLst/>
          </a:prstGeom>
        </p:spPr>
      </p:pic>
      <p:sp>
        <p:nvSpPr>
          <p:cNvPr id="25" name="Text Placeholder 6"/>
          <p:cNvSpPr>
            <a:spLocks noGrp="1"/>
          </p:cNvSpPr>
          <p:nvPr>
            <p:ph type="body" sz="quarter" idx="14"/>
          </p:nvPr>
        </p:nvSpPr>
        <p:spPr>
          <a:xfrm>
            <a:off x="4589988" y="5472335"/>
            <a:ext cx="4300215" cy="430926"/>
          </a:xfrm>
        </p:spPr>
        <p:txBody>
          <a:bodyPr>
            <a:normAutofit/>
          </a:bodyPr>
          <a:lstStyle>
            <a:lvl1pPr algn="l">
              <a:defRPr sz="1600">
                <a:solidFill>
                  <a:schemeClr val="bg1"/>
                </a:solidFill>
              </a:defRPr>
            </a:lvl1pPr>
          </a:lstStyle>
          <a:p>
            <a:pPr lvl="0"/>
            <a:r>
              <a:rPr lang="en-US"/>
              <a:t>Click to edit Master text styles</a:t>
            </a:r>
          </a:p>
        </p:txBody>
      </p:sp>
      <p:sp>
        <p:nvSpPr>
          <p:cNvPr id="26" name="Picture Placeholder 11"/>
          <p:cNvSpPr>
            <a:spLocks noGrp="1"/>
          </p:cNvSpPr>
          <p:nvPr>
            <p:ph type="pic" sz="quarter" idx="12"/>
          </p:nvPr>
        </p:nvSpPr>
        <p:spPr>
          <a:xfrm>
            <a:off x="0" y="0"/>
            <a:ext cx="4059935" cy="6858000"/>
          </a:xfrm>
        </p:spPr>
        <p:txBody>
          <a:bodyPr/>
          <a:lstStyle/>
          <a:p>
            <a:r>
              <a:rPr lang="en-US"/>
              <a:t>Drag picture to placeholder or click icon to add</a:t>
            </a:r>
          </a:p>
        </p:txBody>
      </p:sp>
    </p:spTree>
    <p:extLst>
      <p:ext uri="{BB962C8B-B14F-4D97-AF65-F5344CB8AC3E}">
        <p14:creationId xmlns:p14="http://schemas.microsoft.com/office/powerpoint/2010/main" val="3577816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B">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print">
            <a:extLst>
              <a:ext uri="{28A0092B-C50C-407E-A947-70E740481C1C}">
                <a14:useLocalDpi xmlns:a14="http://schemas.microsoft.com/office/drawing/2010/main"/>
              </a:ext>
            </a:extLst>
          </a:blip>
          <a:srcRect r="26039"/>
          <a:stretch/>
        </p:blipFill>
        <p:spPr>
          <a:xfrm>
            <a:off x="4456204" y="-29166"/>
            <a:ext cx="7735796" cy="6915954"/>
          </a:xfrm>
          <a:prstGeom prst="rect">
            <a:avLst/>
          </a:prstGeom>
        </p:spPr>
      </p:pic>
      <p:sp>
        <p:nvSpPr>
          <p:cNvPr id="27" name="Rectangle 11"/>
          <p:cNvSpPr/>
          <p:nvPr userDrawn="1"/>
        </p:nvSpPr>
        <p:spPr>
          <a:xfrm>
            <a:off x="4734036" y="25400"/>
            <a:ext cx="2476500" cy="6858000"/>
          </a:xfrm>
          <a:custGeom>
            <a:avLst/>
            <a:gdLst>
              <a:gd name="connsiteX0" fmla="*/ 0 w 2476500"/>
              <a:gd name="connsiteY0" fmla="*/ 0 h 6858000"/>
              <a:gd name="connsiteX1" fmla="*/ 2476500 w 2476500"/>
              <a:gd name="connsiteY1" fmla="*/ 0 h 6858000"/>
              <a:gd name="connsiteX2" fmla="*/ 2476500 w 2476500"/>
              <a:gd name="connsiteY2" fmla="*/ 6858000 h 6858000"/>
              <a:gd name="connsiteX3" fmla="*/ 0 w 2476500"/>
              <a:gd name="connsiteY3" fmla="*/ 6858000 h 6858000"/>
              <a:gd name="connsiteX4" fmla="*/ 0 w 2476500"/>
              <a:gd name="connsiteY4" fmla="*/ 0 h 6858000"/>
              <a:gd name="connsiteX0" fmla="*/ 0 w 2476500"/>
              <a:gd name="connsiteY0" fmla="*/ 0 h 6858000"/>
              <a:gd name="connsiteX1" fmla="*/ 2476500 w 2476500"/>
              <a:gd name="connsiteY1" fmla="*/ 6858000 h 6858000"/>
              <a:gd name="connsiteX2" fmla="*/ 0 w 2476500"/>
              <a:gd name="connsiteY2" fmla="*/ 6858000 h 6858000"/>
              <a:gd name="connsiteX3" fmla="*/ 0 w 2476500"/>
              <a:gd name="connsiteY3" fmla="*/ 0 h 6858000"/>
            </a:gdLst>
            <a:ahLst/>
            <a:cxnLst>
              <a:cxn ang="0">
                <a:pos x="connsiteX0" y="connsiteY0"/>
              </a:cxn>
              <a:cxn ang="0">
                <a:pos x="connsiteX1" y="connsiteY1"/>
              </a:cxn>
              <a:cxn ang="0">
                <a:pos x="connsiteX2" y="connsiteY2"/>
              </a:cxn>
              <a:cxn ang="0">
                <a:pos x="connsiteX3" y="connsiteY3"/>
              </a:cxn>
            </a:cxnLst>
            <a:rect l="l" t="t" r="r" b="b"/>
            <a:pathLst>
              <a:path w="2476500" h="6858000">
                <a:moveTo>
                  <a:pt x="0" y="0"/>
                </a:moveTo>
                <a:lnTo>
                  <a:pt x="2476500" y="6858000"/>
                </a:lnTo>
                <a:lnTo>
                  <a:pt x="0" y="6858000"/>
                </a:lnTo>
                <a:lnTo>
                  <a:pt x="0" y="0"/>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4"/>
          <p:cNvSpPr/>
          <p:nvPr userDrawn="1"/>
        </p:nvSpPr>
        <p:spPr>
          <a:xfrm rot="10800000" flipV="1">
            <a:off x="0" y="-27642"/>
            <a:ext cx="8137635" cy="6906809"/>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52412"/>
              <a:gd name="connsiteX1" fmla="*/ 11030763 w 11030763"/>
              <a:gd name="connsiteY1" fmla="*/ 2996 h 6652412"/>
              <a:gd name="connsiteX2" fmla="*/ 11030763 w 11030763"/>
              <a:gd name="connsiteY2" fmla="*/ 6636033 h 6652412"/>
              <a:gd name="connsiteX3" fmla="*/ 3212636 w 11030763"/>
              <a:gd name="connsiteY3" fmla="*/ 6652412 h 6652412"/>
              <a:gd name="connsiteX4" fmla="*/ 0 w 11030763"/>
              <a:gd name="connsiteY4" fmla="*/ 0 h 6652412"/>
              <a:gd name="connsiteX0" fmla="*/ 0 w 11046873"/>
              <a:gd name="connsiteY0" fmla="*/ 0 h 6652412"/>
              <a:gd name="connsiteX1" fmla="*/ 11030763 w 11046873"/>
              <a:gd name="connsiteY1" fmla="*/ 2996 h 6652412"/>
              <a:gd name="connsiteX2" fmla="*/ 11046873 w 11046873"/>
              <a:gd name="connsiteY2" fmla="*/ 6652412 h 6652412"/>
              <a:gd name="connsiteX3" fmla="*/ 3212636 w 11046873"/>
              <a:gd name="connsiteY3" fmla="*/ 6652412 h 6652412"/>
              <a:gd name="connsiteX4" fmla="*/ 0 w 11046873"/>
              <a:gd name="connsiteY4" fmla="*/ 0 h 6652412"/>
              <a:gd name="connsiteX0" fmla="*/ 0 w 11046873"/>
              <a:gd name="connsiteY0" fmla="*/ 0 h 6652412"/>
              <a:gd name="connsiteX1" fmla="*/ 11038819 w 11046873"/>
              <a:gd name="connsiteY1" fmla="*/ 11209 h 6652412"/>
              <a:gd name="connsiteX2" fmla="*/ 11046873 w 11046873"/>
              <a:gd name="connsiteY2" fmla="*/ 6652412 h 6652412"/>
              <a:gd name="connsiteX3" fmla="*/ 3212636 w 11046873"/>
              <a:gd name="connsiteY3" fmla="*/ 6652412 h 6652412"/>
              <a:gd name="connsiteX4" fmla="*/ 0 w 11046873"/>
              <a:gd name="connsiteY4" fmla="*/ 0 h 6652412"/>
              <a:gd name="connsiteX0" fmla="*/ 0 w 11046873"/>
              <a:gd name="connsiteY0" fmla="*/ 5217 h 6657629"/>
              <a:gd name="connsiteX1" fmla="*/ 11038819 w 11046873"/>
              <a:gd name="connsiteY1" fmla="*/ 0 h 6657629"/>
              <a:gd name="connsiteX2" fmla="*/ 11046873 w 11046873"/>
              <a:gd name="connsiteY2" fmla="*/ 6657629 h 6657629"/>
              <a:gd name="connsiteX3" fmla="*/ 3212636 w 11046873"/>
              <a:gd name="connsiteY3" fmla="*/ 6657629 h 6657629"/>
              <a:gd name="connsiteX4" fmla="*/ 0 w 11046873"/>
              <a:gd name="connsiteY4" fmla="*/ 5217 h 6657629"/>
              <a:gd name="connsiteX0" fmla="*/ 0 w 11047648"/>
              <a:gd name="connsiteY0" fmla="*/ 0 h 6652412"/>
              <a:gd name="connsiteX1" fmla="*/ 11046873 w 11047648"/>
              <a:gd name="connsiteY1" fmla="*/ 2995 h 6652412"/>
              <a:gd name="connsiteX2" fmla="*/ 11046873 w 11047648"/>
              <a:gd name="connsiteY2" fmla="*/ 6652412 h 6652412"/>
              <a:gd name="connsiteX3" fmla="*/ 3212636 w 11047648"/>
              <a:gd name="connsiteY3" fmla="*/ 6652412 h 6652412"/>
              <a:gd name="connsiteX4" fmla="*/ 0 w 11047648"/>
              <a:gd name="connsiteY4" fmla="*/ 0 h 6652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47648" h="6652412">
                <a:moveTo>
                  <a:pt x="0" y="0"/>
                </a:moveTo>
                <a:lnTo>
                  <a:pt x="11046873" y="2995"/>
                </a:lnTo>
                <a:cubicBezTo>
                  <a:pt x="11049558" y="2216729"/>
                  <a:pt x="11044188" y="4438678"/>
                  <a:pt x="11046873" y="6652412"/>
                </a:cubicBezTo>
                <a:lnTo>
                  <a:pt x="3212636" y="6652412"/>
                </a:lnTo>
                <a:lnTo>
                  <a:pt x="0" y="0"/>
                </a:lnTo>
                <a:close/>
              </a:path>
            </a:pathLst>
          </a:cu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 name="Title 1"/>
          <p:cNvSpPr>
            <a:spLocks noGrp="1"/>
          </p:cNvSpPr>
          <p:nvPr>
            <p:ph type="title" hasCustomPrompt="1"/>
          </p:nvPr>
        </p:nvSpPr>
        <p:spPr>
          <a:xfrm>
            <a:off x="535625" y="1602684"/>
            <a:ext cx="6116133" cy="1593483"/>
          </a:xfrm>
        </p:spPr>
        <p:txBody>
          <a:bodyPr>
            <a:noAutofit/>
          </a:bodyPr>
          <a:lstStyle>
            <a:lvl1pPr>
              <a:defRPr sz="4800" b="1">
                <a:solidFill>
                  <a:schemeClr val="bg1"/>
                </a:solidFill>
              </a:defRPr>
            </a:lvl1pPr>
          </a:lstStyle>
          <a:p>
            <a:r>
              <a:rPr lang="en-US" dirty="0"/>
              <a:t>Click To Edit Master Title Style</a:t>
            </a:r>
          </a:p>
        </p:txBody>
      </p:sp>
      <p:sp>
        <p:nvSpPr>
          <p:cNvPr id="23" name="Text Placeholder 6"/>
          <p:cNvSpPr>
            <a:spLocks noGrp="1"/>
          </p:cNvSpPr>
          <p:nvPr>
            <p:ph type="body" sz="quarter" idx="13"/>
          </p:nvPr>
        </p:nvSpPr>
        <p:spPr>
          <a:xfrm>
            <a:off x="535625" y="4438141"/>
            <a:ext cx="5458837" cy="935421"/>
          </a:xfrm>
        </p:spPr>
        <p:txBody>
          <a:bodyPr>
            <a:normAutofit/>
          </a:bodyPr>
          <a:lstStyle>
            <a:lvl1pPr algn="l">
              <a:defRPr sz="2200">
                <a:solidFill>
                  <a:schemeClr val="bg1"/>
                </a:solidFill>
              </a:defRPr>
            </a:lvl1pPr>
          </a:lstStyle>
          <a:p>
            <a:pPr lvl="0"/>
            <a:r>
              <a:rPr lang="en-US"/>
              <a:t>Click to edit Master text styles</a:t>
            </a:r>
          </a:p>
        </p:txBody>
      </p:sp>
      <p:pic>
        <p:nvPicPr>
          <p:cNvPr id="24" name="Picture 23" descr="ODU_sig_REV-01.eps"/>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5625" y="458545"/>
            <a:ext cx="1825083" cy="767281"/>
          </a:xfrm>
          <a:prstGeom prst="rect">
            <a:avLst/>
          </a:prstGeom>
        </p:spPr>
      </p:pic>
      <p:sp>
        <p:nvSpPr>
          <p:cNvPr id="25" name="Text Placeholder 6"/>
          <p:cNvSpPr>
            <a:spLocks noGrp="1"/>
          </p:cNvSpPr>
          <p:nvPr>
            <p:ph type="body" sz="quarter" idx="14"/>
          </p:nvPr>
        </p:nvSpPr>
        <p:spPr>
          <a:xfrm>
            <a:off x="535624" y="5459635"/>
            <a:ext cx="4300215" cy="430926"/>
          </a:xfrm>
        </p:spPr>
        <p:txBody>
          <a:bodyPr>
            <a:normAutofit/>
          </a:bodyPr>
          <a:lstStyle>
            <a:lvl1pPr algn="l">
              <a:defRPr sz="1600">
                <a:solidFill>
                  <a:schemeClr val="bg1"/>
                </a:solidFill>
              </a:defRPr>
            </a:lvl1pPr>
          </a:lstStyle>
          <a:p>
            <a:pPr lvl="0"/>
            <a:r>
              <a:rPr lang="en-US"/>
              <a:t>Click to edit Master text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C">
    <p:spTree>
      <p:nvGrpSpPr>
        <p:cNvPr id="1" name=""/>
        <p:cNvGrpSpPr/>
        <p:nvPr/>
      </p:nvGrpSpPr>
      <p:grpSpPr>
        <a:xfrm>
          <a:off x="0" y="0"/>
          <a:ext cx="0" cy="0"/>
          <a:chOff x="0" y="0"/>
          <a:chExt cx="0" cy="0"/>
        </a:xfrm>
      </p:grpSpPr>
      <p:sp>
        <p:nvSpPr>
          <p:cNvPr id="10" name="Rectangle 11"/>
          <p:cNvSpPr/>
          <p:nvPr userDrawn="1"/>
        </p:nvSpPr>
        <p:spPr>
          <a:xfrm>
            <a:off x="7747000" y="12700"/>
            <a:ext cx="2476500" cy="6858000"/>
          </a:xfrm>
          <a:custGeom>
            <a:avLst/>
            <a:gdLst>
              <a:gd name="connsiteX0" fmla="*/ 0 w 2476500"/>
              <a:gd name="connsiteY0" fmla="*/ 0 h 6858000"/>
              <a:gd name="connsiteX1" fmla="*/ 2476500 w 2476500"/>
              <a:gd name="connsiteY1" fmla="*/ 0 h 6858000"/>
              <a:gd name="connsiteX2" fmla="*/ 2476500 w 2476500"/>
              <a:gd name="connsiteY2" fmla="*/ 6858000 h 6858000"/>
              <a:gd name="connsiteX3" fmla="*/ 0 w 2476500"/>
              <a:gd name="connsiteY3" fmla="*/ 6858000 h 6858000"/>
              <a:gd name="connsiteX4" fmla="*/ 0 w 2476500"/>
              <a:gd name="connsiteY4" fmla="*/ 0 h 6858000"/>
              <a:gd name="connsiteX0" fmla="*/ 0 w 2476500"/>
              <a:gd name="connsiteY0" fmla="*/ 0 h 6858000"/>
              <a:gd name="connsiteX1" fmla="*/ 2476500 w 2476500"/>
              <a:gd name="connsiteY1" fmla="*/ 6858000 h 6858000"/>
              <a:gd name="connsiteX2" fmla="*/ 0 w 2476500"/>
              <a:gd name="connsiteY2" fmla="*/ 6858000 h 6858000"/>
              <a:gd name="connsiteX3" fmla="*/ 0 w 2476500"/>
              <a:gd name="connsiteY3" fmla="*/ 0 h 6858000"/>
            </a:gdLst>
            <a:ahLst/>
            <a:cxnLst>
              <a:cxn ang="0">
                <a:pos x="connsiteX0" y="connsiteY0"/>
              </a:cxn>
              <a:cxn ang="0">
                <a:pos x="connsiteX1" y="connsiteY1"/>
              </a:cxn>
              <a:cxn ang="0">
                <a:pos x="connsiteX2" y="connsiteY2"/>
              </a:cxn>
              <a:cxn ang="0">
                <a:pos x="connsiteX3" y="connsiteY3"/>
              </a:cxn>
            </a:cxnLst>
            <a:rect l="l" t="t" r="r" b="b"/>
            <a:pathLst>
              <a:path w="2476500" h="6858000">
                <a:moveTo>
                  <a:pt x="0" y="0"/>
                </a:moveTo>
                <a:lnTo>
                  <a:pt x="2476500" y="6858000"/>
                </a:lnTo>
                <a:lnTo>
                  <a:pt x="0" y="6858000"/>
                </a:lnTo>
                <a:lnTo>
                  <a:pt x="0" y="0"/>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userDrawn="1"/>
        </p:nvSpPr>
        <p:spPr>
          <a:xfrm rot="10800000" flipV="1">
            <a:off x="-815" y="-3766"/>
            <a:ext cx="11612244" cy="6870233"/>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52412"/>
              <a:gd name="connsiteX1" fmla="*/ 11030763 w 11030763"/>
              <a:gd name="connsiteY1" fmla="*/ 2996 h 6652412"/>
              <a:gd name="connsiteX2" fmla="*/ 11030763 w 11030763"/>
              <a:gd name="connsiteY2" fmla="*/ 6636033 h 6652412"/>
              <a:gd name="connsiteX3" fmla="*/ 3212636 w 11030763"/>
              <a:gd name="connsiteY3" fmla="*/ 6652412 h 6652412"/>
              <a:gd name="connsiteX4" fmla="*/ 0 w 11030763"/>
              <a:gd name="connsiteY4" fmla="*/ 0 h 6652412"/>
              <a:gd name="connsiteX0" fmla="*/ 0 w 11046873"/>
              <a:gd name="connsiteY0" fmla="*/ 0 h 6652412"/>
              <a:gd name="connsiteX1" fmla="*/ 11030763 w 11046873"/>
              <a:gd name="connsiteY1" fmla="*/ 2996 h 6652412"/>
              <a:gd name="connsiteX2" fmla="*/ 11046873 w 11046873"/>
              <a:gd name="connsiteY2" fmla="*/ 6652412 h 6652412"/>
              <a:gd name="connsiteX3" fmla="*/ 3212636 w 11046873"/>
              <a:gd name="connsiteY3" fmla="*/ 6652412 h 6652412"/>
              <a:gd name="connsiteX4" fmla="*/ 0 w 11046873"/>
              <a:gd name="connsiteY4" fmla="*/ 0 h 6652412"/>
              <a:gd name="connsiteX0" fmla="*/ 0 w 11046873"/>
              <a:gd name="connsiteY0" fmla="*/ 0 h 6652412"/>
              <a:gd name="connsiteX1" fmla="*/ 11038819 w 11046873"/>
              <a:gd name="connsiteY1" fmla="*/ 11209 h 6652412"/>
              <a:gd name="connsiteX2" fmla="*/ 11046873 w 11046873"/>
              <a:gd name="connsiteY2" fmla="*/ 6652412 h 6652412"/>
              <a:gd name="connsiteX3" fmla="*/ 3212636 w 11046873"/>
              <a:gd name="connsiteY3" fmla="*/ 6652412 h 6652412"/>
              <a:gd name="connsiteX4" fmla="*/ 0 w 11046873"/>
              <a:gd name="connsiteY4" fmla="*/ 0 h 6652412"/>
              <a:gd name="connsiteX0" fmla="*/ 0 w 11046873"/>
              <a:gd name="connsiteY0" fmla="*/ 5217 h 6657629"/>
              <a:gd name="connsiteX1" fmla="*/ 11038819 w 11046873"/>
              <a:gd name="connsiteY1" fmla="*/ 0 h 6657629"/>
              <a:gd name="connsiteX2" fmla="*/ 11046873 w 11046873"/>
              <a:gd name="connsiteY2" fmla="*/ 6657629 h 6657629"/>
              <a:gd name="connsiteX3" fmla="*/ 3212636 w 11046873"/>
              <a:gd name="connsiteY3" fmla="*/ 6657629 h 6657629"/>
              <a:gd name="connsiteX4" fmla="*/ 0 w 11046873"/>
              <a:gd name="connsiteY4" fmla="*/ 5217 h 6657629"/>
              <a:gd name="connsiteX0" fmla="*/ 0 w 11047648"/>
              <a:gd name="connsiteY0" fmla="*/ 0 h 6652412"/>
              <a:gd name="connsiteX1" fmla="*/ 11046873 w 11047648"/>
              <a:gd name="connsiteY1" fmla="*/ 2995 h 6652412"/>
              <a:gd name="connsiteX2" fmla="*/ 11046873 w 11047648"/>
              <a:gd name="connsiteY2" fmla="*/ 6652412 h 6652412"/>
              <a:gd name="connsiteX3" fmla="*/ 3212636 w 11047648"/>
              <a:gd name="connsiteY3" fmla="*/ 6652412 h 6652412"/>
              <a:gd name="connsiteX4" fmla="*/ 0 w 11047648"/>
              <a:gd name="connsiteY4" fmla="*/ 0 h 6652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47648" h="6652412">
                <a:moveTo>
                  <a:pt x="0" y="0"/>
                </a:moveTo>
                <a:lnTo>
                  <a:pt x="11046873" y="2995"/>
                </a:lnTo>
                <a:cubicBezTo>
                  <a:pt x="11049558" y="2216729"/>
                  <a:pt x="11044188" y="4438678"/>
                  <a:pt x="11046873" y="6652412"/>
                </a:cubicBezTo>
                <a:lnTo>
                  <a:pt x="3212636" y="6652412"/>
                </a:lnTo>
                <a:lnTo>
                  <a:pt x="0" y="0"/>
                </a:lnTo>
                <a:close/>
              </a:path>
            </a:pathLst>
          </a:cu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itle 1"/>
          <p:cNvSpPr>
            <a:spLocks noGrp="1"/>
          </p:cNvSpPr>
          <p:nvPr>
            <p:ph type="title" hasCustomPrompt="1"/>
          </p:nvPr>
        </p:nvSpPr>
        <p:spPr>
          <a:xfrm>
            <a:off x="757621" y="1615384"/>
            <a:ext cx="7006312" cy="1593483"/>
          </a:xfrm>
        </p:spPr>
        <p:txBody>
          <a:bodyPr>
            <a:noAutofit/>
          </a:bodyPr>
          <a:lstStyle>
            <a:lvl1pPr>
              <a:defRPr sz="4800" b="1">
                <a:solidFill>
                  <a:schemeClr val="bg1"/>
                </a:solidFill>
              </a:defRPr>
            </a:lvl1pPr>
          </a:lstStyle>
          <a:p>
            <a:r>
              <a:rPr lang="en-US" dirty="0"/>
              <a:t>Click To Edit Master Title Style</a:t>
            </a:r>
          </a:p>
        </p:txBody>
      </p:sp>
      <p:sp>
        <p:nvSpPr>
          <p:cNvPr id="7" name="Text Placeholder 6"/>
          <p:cNvSpPr>
            <a:spLocks noGrp="1"/>
          </p:cNvSpPr>
          <p:nvPr>
            <p:ph type="body" sz="quarter" idx="13"/>
          </p:nvPr>
        </p:nvSpPr>
        <p:spPr>
          <a:xfrm>
            <a:off x="757621" y="4450841"/>
            <a:ext cx="6938579" cy="935421"/>
          </a:xfrm>
        </p:spPr>
        <p:txBody>
          <a:bodyPr>
            <a:normAutofit/>
          </a:bodyPr>
          <a:lstStyle>
            <a:lvl1pPr algn="l">
              <a:defRPr sz="2200">
                <a:solidFill>
                  <a:schemeClr val="bg1"/>
                </a:solidFill>
              </a:defRPr>
            </a:lvl1pPr>
          </a:lstStyle>
          <a:p>
            <a:pPr lvl="0"/>
            <a:r>
              <a:rPr lang="en-US"/>
              <a:t>Click to edit Master text styles</a:t>
            </a:r>
          </a:p>
        </p:txBody>
      </p:sp>
      <p:pic>
        <p:nvPicPr>
          <p:cNvPr id="8" name="Picture 7" descr="ODU_sig_REV-01.eps"/>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57621" y="471245"/>
            <a:ext cx="1825083" cy="767281"/>
          </a:xfrm>
          <a:prstGeom prst="rect">
            <a:avLst/>
          </a:prstGeom>
        </p:spPr>
      </p:pic>
      <p:sp>
        <p:nvSpPr>
          <p:cNvPr id="9" name="Text Placeholder 6"/>
          <p:cNvSpPr>
            <a:spLocks noGrp="1"/>
          </p:cNvSpPr>
          <p:nvPr>
            <p:ph type="body" sz="quarter" idx="14"/>
          </p:nvPr>
        </p:nvSpPr>
        <p:spPr>
          <a:xfrm>
            <a:off x="757620" y="5472335"/>
            <a:ext cx="6938577" cy="430926"/>
          </a:xfrm>
        </p:spPr>
        <p:txBody>
          <a:bodyPr>
            <a:normAutofit/>
          </a:bodyPr>
          <a:lstStyle>
            <a:lvl1pPr algn="l">
              <a:defRPr sz="16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04560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p>
            <a:fld id="{D4F7D0B0-7E7B-4879-A888-F5F2D3156A72}" type="slidenum">
              <a:rPr lang="en-US" smtClean="0"/>
              <a:t>‹#›</a:t>
            </a:fld>
            <a:endParaRPr lang="en-US"/>
          </a:p>
        </p:txBody>
      </p:sp>
      <p:sp>
        <p:nvSpPr>
          <p:cNvPr id="5" name="Text Placeholder 4"/>
          <p:cNvSpPr>
            <a:spLocks noGrp="1"/>
          </p:cNvSpPr>
          <p:nvPr>
            <p:ph type="body" sz="quarter" idx="13"/>
          </p:nvPr>
        </p:nvSpPr>
        <p:spPr>
          <a:xfrm>
            <a:off x="433388" y="1468658"/>
            <a:ext cx="11315472" cy="4773137"/>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34560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Rectangle 4"/>
          <p:cNvSpPr/>
          <p:nvPr userDrawn="1"/>
        </p:nvSpPr>
        <p:spPr>
          <a:xfrm rot="10800000" flipV="1">
            <a:off x="-816" y="-3766"/>
            <a:ext cx="17717315" cy="6870233"/>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52412"/>
              <a:gd name="connsiteX1" fmla="*/ 11030763 w 11030763"/>
              <a:gd name="connsiteY1" fmla="*/ 2996 h 6652412"/>
              <a:gd name="connsiteX2" fmla="*/ 11030763 w 11030763"/>
              <a:gd name="connsiteY2" fmla="*/ 6636033 h 6652412"/>
              <a:gd name="connsiteX3" fmla="*/ 3212636 w 11030763"/>
              <a:gd name="connsiteY3" fmla="*/ 6652412 h 6652412"/>
              <a:gd name="connsiteX4" fmla="*/ 0 w 11030763"/>
              <a:gd name="connsiteY4" fmla="*/ 0 h 6652412"/>
              <a:gd name="connsiteX0" fmla="*/ 0 w 11046873"/>
              <a:gd name="connsiteY0" fmla="*/ 0 h 6652412"/>
              <a:gd name="connsiteX1" fmla="*/ 11030763 w 11046873"/>
              <a:gd name="connsiteY1" fmla="*/ 2996 h 6652412"/>
              <a:gd name="connsiteX2" fmla="*/ 11046873 w 11046873"/>
              <a:gd name="connsiteY2" fmla="*/ 6652412 h 6652412"/>
              <a:gd name="connsiteX3" fmla="*/ 3212636 w 11046873"/>
              <a:gd name="connsiteY3" fmla="*/ 6652412 h 6652412"/>
              <a:gd name="connsiteX4" fmla="*/ 0 w 11046873"/>
              <a:gd name="connsiteY4" fmla="*/ 0 h 6652412"/>
              <a:gd name="connsiteX0" fmla="*/ 0 w 11046873"/>
              <a:gd name="connsiteY0" fmla="*/ 0 h 6652412"/>
              <a:gd name="connsiteX1" fmla="*/ 11038819 w 11046873"/>
              <a:gd name="connsiteY1" fmla="*/ 11209 h 6652412"/>
              <a:gd name="connsiteX2" fmla="*/ 11046873 w 11046873"/>
              <a:gd name="connsiteY2" fmla="*/ 6652412 h 6652412"/>
              <a:gd name="connsiteX3" fmla="*/ 3212636 w 11046873"/>
              <a:gd name="connsiteY3" fmla="*/ 6652412 h 6652412"/>
              <a:gd name="connsiteX4" fmla="*/ 0 w 11046873"/>
              <a:gd name="connsiteY4" fmla="*/ 0 h 6652412"/>
              <a:gd name="connsiteX0" fmla="*/ 0 w 11046873"/>
              <a:gd name="connsiteY0" fmla="*/ 5217 h 6657629"/>
              <a:gd name="connsiteX1" fmla="*/ 11038819 w 11046873"/>
              <a:gd name="connsiteY1" fmla="*/ 0 h 6657629"/>
              <a:gd name="connsiteX2" fmla="*/ 11046873 w 11046873"/>
              <a:gd name="connsiteY2" fmla="*/ 6657629 h 6657629"/>
              <a:gd name="connsiteX3" fmla="*/ 3212636 w 11046873"/>
              <a:gd name="connsiteY3" fmla="*/ 6657629 h 6657629"/>
              <a:gd name="connsiteX4" fmla="*/ 0 w 11046873"/>
              <a:gd name="connsiteY4" fmla="*/ 5217 h 6657629"/>
              <a:gd name="connsiteX0" fmla="*/ 0 w 11047648"/>
              <a:gd name="connsiteY0" fmla="*/ 0 h 6652412"/>
              <a:gd name="connsiteX1" fmla="*/ 11046873 w 11047648"/>
              <a:gd name="connsiteY1" fmla="*/ 2995 h 6652412"/>
              <a:gd name="connsiteX2" fmla="*/ 11046873 w 11047648"/>
              <a:gd name="connsiteY2" fmla="*/ 6652412 h 6652412"/>
              <a:gd name="connsiteX3" fmla="*/ 3212636 w 11047648"/>
              <a:gd name="connsiteY3" fmla="*/ 6652412 h 6652412"/>
              <a:gd name="connsiteX4" fmla="*/ 0 w 11047648"/>
              <a:gd name="connsiteY4" fmla="*/ 0 h 6652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47648" h="6652412">
                <a:moveTo>
                  <a:pt x="0" y="0"/>
                </a:moveTo>
                <a:lnTo>
                  <a:pt x="11046873" y="2995"/>
                </a:lnTo>
                <a:cubicBezTo>
                  <a:pt x="11049558" y="2216729"/>
                  <a:pt x="11044188" y="4438678"/>
                  <a:pt x="11046873" y="6652412"/>
                </a:cubicBezTo>
                <a:lnTo>
                  <a:pt x="3212636" y="6652412"/>
                </a:lnTo>
                <a:lnTo>
                  <a:pt x="0" y="0"/>
                </a:lnTo>
                <a:close/>
              </a:path>
            </a:pathLst>
          </a:cu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Slide Number Placeholder 2"/>
          <p:cNvSpPr>
            <a:spLocks noGrp="1"/>
          </p:cNvSpPr>
          <p:nvPr>
            <p:ph type="sldNum" sz="quarter" idx="10"/>
          </p:nvPr>
        </p:nvSpPr>
        <p:spPr/>
        <p:txBody>
          <a:bodyPr/>
          <a:lstStyle>
            <a:lvl1pPr>
              <a:defRPr>
                <a:solidFill>
                  <a:schemeClr val="bg1"/>
                </a:solidFill>
              </a:defRPr>
            </a:lvl1pPr>
          </a:lstStyle>
          <a:p>
            <a:fld id="{D4F7D0B0-7E7B-4879-A888-F5F2D3156A72}" type="slidenum">
              <a:rPr lang="en-US" smtClean="0"/>
              <a:pPr/>
              <a:t>‹#›</a:t>
            </a:fld>
            <a:endParaRPr lang="en-US" dirty="0"/>
          </a:p>
        </p:txBody>
      </p:sp>
      <p:sp>
        <p:nvSpPr>
          <p:cNvPr id="5" name="Text Placeholder 4"/>
          <p:cNvSpPr>
            <a:spLocks noGrp="1"/>
          </p:cNvSpPr>
          <p:nvPr>
            <p:ph type="body" sz="quarter" idx="13"/>
          </p:nvPr>
        </p:nvSpPr>
        <p:spPr>
          <a:xfrm>
            <a:off x="433388" y="1468658"/>
            <a:ext cx="11315472" cy="47731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CrownWhite.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613757" y="141271"/>
            <a:ext cx="434787" cy="340180"/>
          </a:xfrm>
          <a:prstGeom prst="rect">
            <a:avLst/>
          </a:prstGeom>
        </p:spPr>
      </p:pic>
    </p:spTree>
    <p:extLst>
      <p:ext uri="{BB962C8B-B14F-4D97-AF65-F5344CB8AC3E}">
        <p14:creationId xmlns:p14="http://schemas.microsoft.com/office/powerpoint/2010/main" val="190702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2 Photos, Content - Light Blue">
    <p:spTree>
      <p:nvGrpSpPr>
        <p:cNvPr id="1" name=""/>
        <p:cNvGrpSpPr/>
        <p:nvPr/>
      </p:nvGrpSpPr>
      <p:grpSpPr>
        <a:xfrm>
          <a:off x="0" y="0"/>
          <a:ext cx="0" cy="0"/>
          <a:chOff x="0" y="0"/>
          <a:chExt cx="0" cy="0"/>
        </a:xfrm>
      </p:grpSpPr>
      <p:sp>
        <p:nvSpPr>
          <p:cNvPr id="10" name="Right Triangle 9"/>
          <p:cNvSpPr/>
          <p:nvPr userDrawn="1"/>
        </p:nvSpPr>
        <p:spPr>
          <a:xfrm>
            <a:off x="5639262" y="4838699"/>
            <a:ext cx="2019301" cy="2019301"/>
          </a:xfrm>
          <a:prstGeom prst="rtTriangl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6085384" y="762000"/>
            <a:ext cx="5664070" cy="1295400"/>
          </a:xfrm>
        </p:spPr>
        <p:txBody>
          <a:bodyPr anchor="ctr"/>
          <a:lstStyle>
            <a:lvl1pPr>
              <a:defRPr sz="3200"/>
            </a:lvl1pPr>
          </a:lstStyle>
          <a:p>
            <a:r>
              <a:rPr lang="en-US"/>
              <a:t>Click to edit Master title style</a:t>
            </a:r>
            <a:endParaRPr lang="en-US" dirty="0"/>
          </a:p>
        </p:txBody>
      </p:sp>
      <p:sp>
        <p:nvSpPr>
          <p:cNvPr id="7" name="Slide Number Placeholder 6"/>
          <p:cNvSpPr>
            <a:spLocks noGrp="1"/>
          </p:cNvSpPr>
          <p:nvPr>
            <p:ph type="sldNum" sz="quarter" idx="12"/>
          </p:nvPr>
        </p:nvSpPr>
        <p:spPr/>
        <p:txBody>
          <a:bodyPr/>
          <a:lstStyle/>
          <a:p>
            <a:fld id="{D4F7D0B0-7E7B-4879-A888-F5F2D3156A72}" type="slidenum">
              <a:rPr lang="en-US" smtClean="0"/>
              <a:t>‹#›</a:t>
            </a:fld>
            <a:endParaRPr lang="en-US"/>
          </a:p>
        </p:txBody>
      </p:sp>
      <p:sp>
        <p:nvSpPr>
          <p:cNvPr id="9" name="Content Placeholder 8"/>
          <p:cNvSpPr>
            <a:spLocks noGrp="1"/>
          </p:cNvSpPr>
          <p:nvPr>
            <p:ph sz="quarter" idx="13"/>
          </p:nvPr>
        </p:nvSpPr>
        <p:spPr>
          <a:xfrm>
            <a:off x="6085840" y="2233246"/>
            <a:ext cx="5663248" cy="3948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p:cNvSpPr>
            <a:spLocks noGrp="1"/>
          </p:cNvSpPr>
          <p:nvPr>
            <p:ph type="pic" sz="quarter" idx="14"/>
          </p:nvPr>
        </p:nvSpPr>
        <p:spPr>
          <a:xfrm>
            <a:off x="0" y="1"/>
            <a:ext cx="5635625" cy="3330286"/>
          </a:xfrm>
        </p:spPr>
        <p:txBody>
          <a:bodyPr/>
          <a:lstStyle/>
          <a:p>
            <a:r>
              <a:rPr lang="en-US"/>
              <a:t>Drag picture to placeholder or click icon to add</a:t>
            </a:r>
            <a:endParaRPr lang="en-US" dirty="0"/>
          </a:p>
        </p:txBody>
      </p:sp>
      <p:sp>
        <p:nvSpPr>
          <p:cNvPr id="12" name="Picture Placeholder 10"/>
          <p:cNvSpPr>
            <a:spLocks noGrp="1"/>
          </p:cNvSpPr>
          <p:nvPr>
            <p:ph type="pic" sz="quarter" idx="15"/>
          </p:nvPr>
        </p:nvSpPr>
        <p:spPr>
          <a:xfrm>
            <a:off x="-1" y="3393323"/>
            <a:ext cx="5635625" cy="3464677"/>
          </a:xfrm>
        </p:spPr>
        <p:txBody>
          <a:bodyPr/>
          <a:lstStyle/>
          <a:p>
            <a:r>
              <a:rPr lang="en-US"/>
              <a:t>Drag picture to placeholder or click icon to add</a:t>
            </a:r>
          </a:p>
        </p:txBody>
      </p:sp>
    </p:spTree>
    <p:extLst>
      <p:ext uri="{BB962C8B-B14F-4D97-AF65-F5344CB8AC3E}">
        <p14:creationId xmlns:p14="http://schemas.microsoft.com/office/powerpoint/2010/main" val="381391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hotos, Content - Aqua">
    <p:spTree>
      <p:nvGrpSpPr>
        <p:cNvPr id="1" name=""/>
        <p:cNvGrpSpPr/>
        <p:nvPr/>
      </p:nvGrpSpPr>
      <p:grpSpPr>
        <a:xfrm>
          <a:off x="0" y="0"/>
          <a:ext cx="0" cy="0"/>
          <a:chOff x="0" y="0"/>
          <a:chExt cx="0" cy="0"/>
        </a:xfrm>
      </p:grpSpPr>
      <p:sp>
        <p:nvSpPr>
          <p:cNvPr id="10" name="Right Triangle 9"/>
          <p:cNvSpPr/>
          <p:nvPr userDrawn="1"/>
        </p:nvSpPr>
        <p:spPr>
          <a:xfrm>
            <a:off x="5639262" y="4838699"/>
            <a:ext cx="2019301" cy="2019301"/>
          </a:xfrm>
          <a:prstGeom prst="rtTriangle">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6085384" y="762000"/>
            <a:ext cx="5664070" cy="1295400"/>
          </a:xfrm>
        </p:spPr>
        <p:txBody>
          <a:bodyPr anchor="ctr"/>
          <a:lstStyle>
            <a:lvl1pPr>
              <a:defRPr sz="3200"/>
            </a:lvl1pPr>
          </a:lstStyle>
          <a:p>
            <a:r>
              <a:rPr lang="en-US"/>
              <a:t>Click to edit Master title style</a:t>
            </a:r>
            <a:endParaRPr lang="en-US" dirty="0"/>
          </a:p>
        </p:txBody>
      </p:sp>
      <p:sp>
        <p:nvSpPr>
          <p:cNvPr id="7" name="Slide Number Placeholder 6"/>
          <p:cNvSpPr>
            <a:spLocks noGrp="1"/>
          </p:cNvSpPr>
          <p:nvPr>
            <p:ph type="sldNum" sz="quarter" idx="12"/>
          </p:nvPr>
        </p:nvSpPr>
        <p:spPr/>
        <p:txBody>
          <a:bodyPr/>
          <a:lstStyle/>
          <a:p>
            <a:fld id="{D4F7D0B0-7E7B-4879-A888-F5F2D3156A72}" type="slidenum">
              <a:rPr lang="en-US" smtClean="0"/>
              <a:t>‹#›</a:t>
            </a:fld>
            <a:endParaRPr lang="en-US"/>
          </a:p>
        </p:txBody>
      </p:sp>
      <p:sp>
        <p:nvSpPr>
          <p:cNvPr id="9" name="Content Placeholder 8"/>
          <p:cNvSpPr>
            <a:spLocks noGrp="1"/>
          </p:cNvSpPr>
          <p:nvPr>
            <p:ph sz="quarter" idx="13"/>
          </p:nvPr>
        </p:nvSpPr>
        <p:spPr>
          <a:xfrm>
            <a:off x="6085840" y="2233246"/>
            <a:ext cx="5663248" cy="3948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p:cNvSpPr>
            <a:spLocks noGrp="1"/>
          </p:cNvSpPr>
          <p:nvPr>
            <p:ph type="pic" sz="quarter" idx="14"/>
          </p:nvPr>
        </p:nvSpPr>
        <p:spPr>
          <a:xfrm>
            <a:off x="0" y="1"/>
            <a:ext cx="5635625" cy="3330286"/>
          </a:xfrm>
        </p:spPr>
        <p:txBody>
          <a:bodyPr/>
          <a:lstStyle/>
          <a:p>
            <a:r>
              <a:rPr lang="en-US"/>
              <a:t>Drag picture to placeholder or click icon to add</a:t>
            </a:r>
            <a:endParaRPr lang="en-US" dirty="0"/>
          </a:p>
        </p:txBody>
      </p:sp>
      <p:sp>
        <p:nvSpPr>
          <p:cNvPr id="12" name="Picture Placeholder 10"/>
          <p:cNvSpPr>
            <a:spLocks noGrp="1"/>
          </p:cNvSpPr>
          <p:nvPr>
            <p:ph type="pic" sz="quarter" idx="15"/>
          </p:nvPr>
        </p:nvSpPr>
        <p:spPr>
          <a:xfrm>
            <a:off x="-1" y="3393323"/>
            <a:ext cx="5635625" cy="3464677"/>
          </a:xfrm>
        </p:spPr>
        <p:txBody>
          <a:bodyPr/>
          <a:lstStyle/>
          <a:p>
            <a:r>
              <a:rPr lang="en-US"/>
              <a:t>Drag picture to placeholder or click icon to add</a:t>
            </a:r>
          </a:p>
        </p:txBody>
      </p:sp>
    </p:spTree>
    <p:extLst>
      <p:ext uri="{BB962C8B-B14F-4D97-AF65-F5344CB8AC3E}">
        <p14:creationId xmlns:p14="http://schemas.microsoft.com/office/powerpoint/2010/main" val="1761000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2 Photos, Content - Green">
    <p:spTree>
      <p:nvGrpSpPr>
        <p:cNvPr id="1" name=""/>
        <p:cNvGrpSpPr/>
        <p:nvPr/>
      </p:nvGrpSpPr>
      <p:grpSpPr>
        <a:xfrm>
          <a:off x="0" y="0"/>
          <a:ext cx="0" cy="0"/>
          <a:chOff x="0" y="0"/>
          <a:chExt cx="0" cy="0"/>
        </a:xfrm>
      </p:grpSpPr>
      <p:sp>
        <p:nvSpPr>
          <p:cNvPr id="10" name="Right Triangle 9"/>
          <p:cNvSpPr/>
          <p:nvPr userDrawn="1"/>
        </p:nvSpPr>
        <p:spPr>
          <a:xfrm>
            <a:off x="5639262" y="4838699"/>
            <a:ext cx="2019301" cy="2019301"/>
          </a:xfrm>
          <a:prstGeom prst="rtTriangl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6085384" y="762000"/>
            <a:ext cx="5664070" cy="1295400"/>
          </a:xfrm>
        </p:spPr>
        <p:txBody>
          <a:bodyPr anchor="ctr"/>
          <a:lstStyle>
            <a:lvl1pPr>
              <a:defRPr sz="3200"/>
            </a:lvl1pPr>
          </a:lstStyle>
          <a:p>
            <a:r>
              <a:rPr lang="en-US"/>
              <a:t>Click to edit Master title style</a:t>
            </a:r>
            <a:endParaRPr lang="en-US" dirty="0"/>
          </a:p>
        </p:txBody>
      </p:sp>
      <p:sp>
        <p:nvSpPr>
          <p:cNvPr id="7" name="Slide Number Placeholder 6"/>
          <p:cNvSpPr>
            <a:spLocks noGrp="1"/>
          </p:cNvSpPr>
          <p:nvPr>
            <p:ph type="sldNum" sz="quarter" idx="12"/>
          </p:nvPr>
        </p:nvSpPr>
        <p:spPr/>
        <p:txBody>
          <a:bodyPr/>
          <a:lstStyle/>
          <a:p>
            <a:fld id="{D4F7D0B0-7E7B-4879-A888-F5F2D3156A72}" type="slidenum">
              <a:rPr lang="en-US" smtClean="0"/>
              <a:t>‹#›</a:t>
            </a:fld>
            <a:endParaRPr lang="en-US"/>
          </a:p>
        </p:txBody>
      </p:sp>
      <p:sp>
        <p:nvSpPr>
          <p:cNvPr id="9" name="Content Placeholder 8"/>
          <p:cNvSpPr>
            <a:spLocks noGrp="1"/>
          </p:cNvSpPr>
          <p:nvPr>
            <p:ph sz="quarter" idx="13"/>
          </p:nvPr>
        </p:nvSpPr>
        <p:spPr>
          <a:xfrm>
            <a:off x="6085840" y="2233246"/>
            <a:ext cx="5663248" cy="3948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p:cNvSpPr>
            <a:spLocks noGrp="1"/>
          </p:cNvSpPr>
          <p:nvPr>
            <p:ph type="pic" sz="quarter" idx="14"/>
          </p:nvPr>
        </p:nvSpPr>
        <p:spPr>
          <a:xfrm>
            <a:off x="0" y="1"/>
            <a:ext cx="5635625" cy="3330286"/>
          </a:xfrm>
        </p:spPr>
        <p:txBody>
          <a:bodyPr/>
          <a:lstStyle/>
          <a:p>
            <a:r>
              <a:rPr lang="en-US"/>
              <a:t>Drag picture to placeholder or click icon to add</a:t>
            </a:r>
            <a:endParaRPr lang="en-US" dirty="0"/>
          </a:p>
        </p:txBody>
      </p:sp>
      <p:sp>
        <p:nvSpPr>
          <p:cNvPr id="12" name="Picture Placeholder 10"/>
          <p:cNvSpPr>
            <a:spLocks noGrp="1"/>
          </p:cNvSpPr>
          <p:nvPr>
            <p:ph type="pic" sz="quarter" idx="15"/>
          </p:nvPr>
        </p:nvSpPr>
        <p:spPr>
          <a:xfrm>
            <a:off x="-1" y="3393323"/>
            <a:ext cx="5635625" cy="3464677"/>
          </a:xfrm>
        </p:spPr>
        <p:txBody>
          <a:bodyPr/>
          <a:lstStyle/>
          <a:p>
            <a:r>
              <a:rPr lang="en-US"/>
              <a:t>Drag picture to placeholder or click icon to add</a:t>
            </a:r>
          </a:p>
        </p:txBody>
      </p:sp>
    </p:spTree>
    <p:extLst>
      <p:ext uri="{BB962C8B-B14F-4D97-AF65-F5344CB8AC3E}">
        <p14:creationId xmlns:p14="http://schemas.microsoft.com/office/powerpoint/2010/main" val="345013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2 Photos, Content - Orange">
    <p:spTree>
      <p:nvGrpSpPr>
        <p:cNvPr id="1" name=""/>
        <p:cNvGrpSpPr/>
        <p:nvPr/>
      </p:nvGrpSpPr>
      <p:grpSpPr>
        <a:xfrm>
          <a:off x="0" y="0"/>
          <a:ext cx="0" cy="0"/>
          <a:chOff x="0" y="0"/>
          <a:chExt cx="0" cy="0"/>
        </a:xfrm>
      </p:grpSpPr>
      <p:sp>
        <p:nvSpPr>
          <p:cNvPr id="10" name="Right Triangle 9"/>
          <p:cNvSpPr/>
          <p:nvPr userDrawn="1"/>
        </p:nvSpPr>
        <p:spPr>
          <a:xfrm>
            <a:off x="5639262" y="4838699"/>
            <a:ext cx="2019301" cy="2019301"/>
          </a:xfrm>
          <a:prstGeom prst="rtTriangle">
            <a:avLst/>
          </a:pr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6085384" y="762000"/>
            <a:ext cx="5664070" cy="1295400"/>
          </a:xfrm>
        </p:spPr>
        <p:txBody>
          <a:bodyPr anchor="ctr"/>
          <a:lstStyle>
            <a:lvl1pPr>
              <a:defRPr sz="3200"/>
            </a:lvl1pPr>
          </a:lstStyle>
          <a:p>
            <a:r>
              <a:rPr lang="en-US"/>
              <a:t>Click to edit Master title style</a:t>
            </a:r>
            <a:endParaRPr lang="en-US" dirty="0"/>
          </a:p>
        </p:txBody>
      </p:sp>
      <p:sp>
        <p:nvSpPr>
          <p:cNvPr id="7" name="Slide Number Placeholder 6"/>
          <p:cNvSpPr>
            <a:spLocks noGrp="1"/>
          </p:cNvSpPr>
          <p:nvPr>
            <p:ph type="sldNum" sz="quarter" idx="12"/>
          </p:nvPr>
        </p:nvSpPr>
        <p:spPr/>
        <p:txBody>
          <a:bodyPr/>
          <a:lstStyle/>
          <a:p>
            <a:fld id="{D4F7D0B0-7E7B-4879-A888-F5F2D3156A72}" type="slidenum">
              <a:rPr lang="en-US" smtClean="0"/>
              <a:t>‹#›</a:t>
            </a:fld>
            <a:endParaRPr lang="en-US"/>
          </a:p>
        </p:txBody>
      </p:sp>
      <p:sp>
        <p:nvSpPr>
          <p:cNvPr id="9" name="Content Placeholder 8"/>
          <p:cNvSpPr>
            <a:spLocks noGrp="1"/>
          </p:cNvSpPr>
          <p:nvPr>
            <p:ph sz="quarter" idx="13"/>
          </p:nvPr>
        </p:nvSpPr>
        <p:spPr>
          <a:xfrm>
            <a:off x="6085840" y="2233246"/>
            <a:ext cx="5663248" cy="3948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p:cNvSpPr>
            <a:spLocks noGrp="1"/>
          </p:cNvSpPr>
          <p:nvPr>
            <p:ph type="pic" sz="quarter" idx="14"/>
          </p:nvPr>
        </p:nvSpPr>
        <p:spPr>
          <a:xfrm>
            <a:off x="0" y="1"/>
            <a:ext cx="5635625" cy="3330286"/>
          </a:xfrm>
        </p:spPr>
        <p:txBody>
          <a:bodyPr/>
          <a:lstStyle/>
          <a:p>
            <a:r>
              <a:rPr lang="en-US"/>
              <a:t>Drag picture to placeholder or click icon to add</a:t>
            </a:r>
            <a:endParaRPr lang="en-US" dirty="0"/>
          </a:p>
        </p:txBody>
      </p:sp>
      <p:sp>
        <p:nvSpPr>
          <p:cNvPr id="12" name="Picture Placeholder 10"/>
          <p:cNvSpPr>
            <a:spLocks noGrp="1"/>
          </p:cNvSpPr>
          <p:nvPr>
            <p:ph type="pic" sz="quarter" idx="15"/>
          </p:nvPr>
        </p:nvSpPr>
        <p:spPr>
          <a:xfrm>
            <a:off x="-1" y="3393323"/>
            <a:ext cx="5635625" cy="3464677"/>
          </a:xfrm>
        </p:spPr>
        <p:txBody>
          <a:bodyPr/>
          <a:lstStyle/>
          <a:p>
            <a:r>
              <a:rPr lang="en-US"/>
              <a:t>Drag picture to placeholder or click icon to add</a:t>
            </a:r>
          </a:p>
        </p:txBody>
      </p:sp>
    </p:spTree>
    <p:extLst>
      <p:ext uri="{BB962C8B-B14F-4D97-AF65-F5344CB8AC3E}">
        <p14:creationId xmlns:p14="http://schemas.microsoft.com/office/powerpoint/2010/main" val="3600390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2 Photos, Content - Purple">
    <p:spTree>
      <p:nvGrpSpPr>
        <p:cNvPr id="1" name=""/>
        <p:cNvGrpSpPr/>
        <p:nvPr/>
      </p:nvGrpSpPr>
      <p:grpSpPr>
        <a:xfrm>
          <a:off x="0" y="0"/>
          <a:ext cx="0" cy="0"/>
          <a:chOff x="0" y="0"/>
          <a:chExt cx="0" cy="0"/>
        </a:xfrm>
      </p:grpSpPr>
      <p:sp>
        <p:nvSpPr>
          <p:cNvPr id="10" name="Right Triangle 9"/>
          <p:cNvSpPr/>
          <p:nvPr userDrawn="1"/>
        </p:nvSpPr>
        <p:spPr>
          <a:xfrm>
            <a:off x="5639262" y="4838699"/>
            <a:ext cx="2019301" cy="2019301"/>
          </a:xfrm>
          <a:prstGeom prst="rtTriangle">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6085384" y="762000"/>
            <a:ext cx="5664070" cy="1295400"/>
          </a:xfrm>
        </p:spPr>
        <p:txBody>
          <a:bodyPr anchor="ctr"/>
          <a:lstStyle>
            <a:lvl1pPr>
              <a:defRPr sz="3200"/>
            </a:lvl1pPr>
          </a:lstStyle>
          <a:p>
            <a:r>
              <a:rPr lang="en-US"/>
              <a:t>Click to edit Master title style</a:t>
            </a:r>
            <a:endParaRPr lang="en-US" dirty="0"/>
          </a:p>
        </p:txBody>
      </p:sp>
      <p:sp>
        <p:nvSpPr>
          <p:cNvPr id="7" name="Slide Number Placeholder 6"/>
          <p:cNvSpPr>
            <a:spLocks noGrp="1"/>
          </p:cNvSpPr>
          <p:nvPr>
            <p:ph type="sldNum" sz="quarter" idx="12"/>
          </p:nvPr>
        </p:nvSpPr>
        <p:spPr/>
        <p:txBody>
          <a:bodyPr/>
          <a:lstStyle/>
          <a:p>
            <a:fld id="{D4F7D0B0-7E7B-4879-A888-F5F2D3156A72}" type="slidenum">
              <a:rPr lang="en-US" smtClean="0"/>
              <a:t>‹#›</a:t>
            </a:fld>
            <a:endParaRPr lang="en-US"/>
          </a:p>
        </p:txBody>
      </p:sp>
      <p:sp>
        <p:nvSpPr>
          <p:cNvPr id="9" name="Content Placeholder 8"/>
          <p:cNvSpPr>
            <a:spLocks noGrp="1"/>
          </p:cNvSpPr>
          <p:nvPr>
            <p:ph sz="quarter" idx="13"/>
          </p:nvPr>
        </p:nvSpPr>
        <p:spPr>
          <a:xfrm>
            <a:off x="6085840" y="2233246"/>
            <a:ext cx="5663248" cy="3948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p:cNvSpPr>
            <a:spLocks noGrp="1"/>
          </p:cNvSpPr>
          <p:nvPr>
            <p:ph type="pic" sz="quarter" idx="14"/>
          </p:nvPr>
        </p:nvSpPr>
        <p:spPr>
          <a:xfrm>
            <a:off x="0" y="1"/>
            <a:ext cx="5635625" cy="3330286"/>
          </a:xfrm>
        </p:spPr>
        <p:txBody>
          <a:bodyPr/>
          <a:lstStyle/>
          <a:p>
            <a:r>
              <a:rPr lang="en-US"/>
              <a:t>Drag picture to placeholder or click icon to add</a:t>
            </a:r>
            <a:endParaRPr lang="en-US" dirty="0"/>
          </a:p>
        </p:txBody>
      </p:sp>
      <p:sp>
        <p:nvSpPr>
          <p:cNvPr id="12" name="Picture Placeholder 10"/>
          <p:cNvSpPr>
            <a:spLocks noGrp="1"/>
          </p:cNvSpPr>
          <p:nvPr>
            <p:ph type="pic" sz="quarter" idx="15"/>
          </p:nvPr>
        </p:nvSpPr>
        <p:spPr>
          <a:xfrm>
            <a:off x="-1" y="3393323"/>
            <a:ext cx="5635625" cy="3464677"/>
          </a:xfrm>
        </p:spPr>
        <p:txBody>
          <a:bodyPr/>
          <a:lstStyle/>
          <a:p>
            <a:r>
              <a:rPr lang="en-US"/>
              <a:t>Drag picture to placeholder or click icon to add</a:t>
            </a:r>
          </a:p>
        </p:txBody>
      </p:sp>
    </p:spTree>
    <p:extLst>
      <p:ext uri="{BB962C8B-B14F-4D97-AF65-F5344CB8AC3E}">
        <p14:creationId xmlns:p14="http://schemas.microsoft.com/office/powerpoint/2010/main" val="3244956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2 Photos, Content - Purple">
    <p:spTree>
      <p:nvGrpSpPr>
        <p:cNvPr id="1" name=""/>
        <p:cNvGrpSpPr/>
        <p:nvPr/>
      </p:nvGrpSpPr>
      <p:grpSpPr>
        <a:xfrm>
          <a:off x="0" y="0"/>
          <a:ext cx="0" cy="0"/>
          <a:chOff x="0" y="0"/>
          <a:chExt cx="0" cy="0"/>
        </a:xfrm>
      </p:grpSpPr>
      <p:sp>
        <p:nvSpPr>
          <p:cNvPr id="10" name="Right Triangle 9"/>
          <p:cNvSpPr/>
          <p:nvPr userDrawn="1"/>
        </p:nvSpPr>
        <p:spPr>
          <a:xfrm>
            <a:off x="5639262" y="4838699"/>
            <a:ext cx="2019301" cy="2019301"/>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6085384" y="762000"/>
            <a:ext cx="5664070" cy="1295400"/>
          </a:xfrm>
        </p:spPr>
        <p:txBody>
          <a:bodyPr anchor="ctr"/>
          <a:lstStyle>
            <a:lvl1pPr>
              <a:defRPr sz="3200"/>
            </a:lvl1pPr>
          </a:lstStyle>
          <a:p>
            <a:r>
              <a:rPr lang="en-US"/>
              <a:t>Click to edit Master title style</a:t>
            </a:r>
            <a:endParaRPr lang="en-US" dirty="0"/>
          </a:p>
        </p:txBody>
      </p:sp>
      <p:sp>
        <p:nvSpPr>
          <p:cNvPr id="7" name="Slide Number Placeholder 6"/>
          <p:cNvSpPr>
            <a:spLocks noGrp="1"/>
          </p:cNvSpPr>
          <p:nvPr>
            <p:ph type="sldNum" sz="quarter" idx="12"/>
          </p:nvPr>
        </p:nvSpPr>
        <p:spPr/>
        <p:txBody>
          <a:bodyPr/>
          <a:lstStyle/>
          <a:p>
            <a:fld id="{D4F7D0B0-7E7B-4879-A888-F5F2D3156A72}" type="slidenum">
              <a:rPr lang="en-US" smtClean="0"/>
              <a:t>‹#›</a:t>
            </a:fld>
            <a:endParaRPr lang="en-US"/>
          </a:p>
        </p:txBody>
      </p:sp>
      <p:sp>
        <p:nvSpPr>
          <p:cNvPr id="9" name="Content Placeholder 8"/>
          <p:cNvSpPr>
            <a:spLocks noGrp="1"/>
          </p:cNvSpPr>
          <p:nvPr>
            <p:ph sz="quarter" idx="13"/>
          </p:nvPr>
        </p:nvSpPr>
        <p:spPr>
          <a:xfrm>
            <a:off x="6085840" y="2233246"/>
            <a:ext cx="5663248" cy="3948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p:cNvSpPr>
            <a:spLocks noGrp="1"/>
          </p:cNvSpPr>
          <p:nvPr>
            <p:ph type="pic" sz="quarter" idx="14"/>
          </p:nvPr>
        </p:nvSpPr>
        <p:spPr>
          <a:xfrm>
            <a:off x="0" y="1"/>
            <a:ext cx="5635625" cy="3330286"/>
          </a:xfrm>
        </p:spPr>
        <p:txBody>
          <a:bodyPr/>
          <a:lstStyle/>
          <a:p>
            <a:r>
              <a:rPr lang="en-US"/>
              <a:t>Drag picture to placeholder or click icon to add</a:t>
            </a:r>
            <a:endParaRPr lang="en-US" dirty="0"/>
          </a:p>
        </p:txBody>
      </p:sp>
      <p:sp>
        <p:nvSpPr>
          <p:cNvPr id="12" name="Picture Placeholder 10"/>
          <p:cNvSpPr>
            <a:spLocks noGrp="1"/>
          </p:cNvSpPr>
          <p:nvPr>
            <p:ph type="pic" sz="quarter" idx="15"/>
          </p:nvPr>
        </p:nvSpPr>
        <p:spPr>
          <a:xfrm>
            <a:off x="-1" y="3393323"/>
            <a:ext cx="5635625" cy="3464677"/>
          </a:xfrm>
        </p:spPr>
        <p:txBody>
          <a:bodyPr/>
          <a:lstStyle/>
          <a:p>
            <a:r>
              <a:rPr lang="en-US"/>
              <a:t>Drag picture to placeholder or click icon to add</a:t>
            </a:r>
          </a:p>
        </p:txBody>
      </p:sp>
    </p:spTree>
    <p:extLst>
      <p:ext uri="{BB962C8B-B14F-4D97-AF65-F5344CB8AC3E}">
        <p14:creationId xmlns:p14="http://schemas.microsoft.com/office/powerpoint/2010/main" val="3622057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 Blu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4F7D0B0-7E7B-4879-A888-F5F2D3156A72}" type="slidenum">
              <a:rPr lang="en-US" smtClean="0"/>
              <a:t>‹#›</a:t>
            </a:fld>
            <a:endParaRPr lang="en-US"/>
          </a:p>
        </p:txBody>
      </p:sp>
      <p:sp>
        <p:nvSpPr>
          <p:cNvPr id="10" name="Content Placeholder 9"/>
          <p:cNvSpPr>
            <a:spLocks noGrp="1"/>
          </p:cNvSpPr>
          <p:nvPr>
            <p:ph sz="quarter" idx="14"/>
          </p:nvPr>
        </p:nvSpPr>
        <p:spPr>
          <a:xfrm>
            <a:off x="1706880" y="1470467"/>
            <a:ext cx="10046459" cy="47344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Right Triangle 10"/>
          <p:cNvSpPr/>
          <p:nvPr userDrawn="1"/>
        </p:nvSpPr>
        <p:spPr>
          <a:xfrm>
            <a:off x="0" y="1554040"/>
            <a:ext cx="991514" cy="5309555"/>
          </a:xfrm>
          <a:prstGeom prst="rtTriangl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4"/>
          <p:cNvSpPr/>
          <p:nvPr userDrawn="1"/>
        </p:nvSpPr>
        <p:spPr>
          <a:xfrm flipH="1">
            <a:off x="0" y="-5972"/>
            <a:ext cx="1671090" cy="6869567"/>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 name="connsiteX0" fmla="*/ 0 w 12204643"/>
              <a:gd name="connsiteY0" fmla="*/ 0 h 6644225"/>
              <a:gd name="connsiteX1" fmla="*/ 12204643 w 12204643"/>
              <a:gd name="connsiteY1" fmla="*/ 5774 h 6644225"/>
              <a:gd name="connsiteX2" fmla="*/ 12204643 w 12204643"/>
              <a:gd name="connsiteY2" fmla="*/ 6644223 h 6644225"/>
              <a:gd name="connsiteX3" fmla="*/ 11159981 w 12204643"/>
              <a:gd name="connsiteY3" fmla="*/ 6644225 h 6644225"/>
              <a:gd name="connsiteX4" fmla="*/ 0 w 12204643"/>
              <a:gd name="connsiteY4" fmla="*/ 0 h 6644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4643" h="6644225">
                <a:moveTo>
                  <a:pt x="0" y="0"/>
                </a:moveTo>
                <a:lnTo>
                  <a:pt x="12204643" y="5774"/>
                </a:lnTo>
                <a:lnTo>
                  <a:pt x="12204643" y="6644223"/>
                </a:lnTo>
                <a:lnTo>
                  <a:pt x="11159981" y="6644225"/>
                </a:lnTo>
                <a:lnTo>
                  <a:pt x="0" y="0"/>
                </a:lnTo>
                <a:close/>
              </a:path>
            </a:pathLst>
          </a:cu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itle 12"/>
          <p:cNvSpPr>
            <a:spLocks noGrp="1"/>
          </p:cNvSpPr>
          <p:nvPr>
            <p:ph type="title"/>
          </p:nvPr>
        </p:nvSpPr>
        <p:spPr>
          <a:xfrm>
            <a:off x="1718937" y="365126"/>
            <a:ext cx="10030518" cy="971306"/>
          </a:xfrm>
        </p:spPr>
        <p:txBody>
          <a:bodyPr/>
          <a:lstStyle/>
          <a:p>
            <a:r>
              <a:rPr lang="en-US"/>
              <a:t>Click to edit Master title style</a:t>
            </a:r>
            <a:endParaRPr lang="en-US" dirty="0"/>
          </a:p>
        </p:txBody>
      </p:sp>
    </p:spTree>
    <p:extLst>
      <p:ext uri="{BB962C8B-B14F-4D97-AF65-F5344CB8AC3E}">
        <p14:creationId xmlns:p14="http://schemas.microsoft.com/office/powerpoint/2010/main" val="39743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 Light Blu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4F7D0B0-7E7B-4879-A888-F5F2D3156A72}" type="slidenum">
              <a:rPr lang="en-US" smtClean="0"/>
              <a:t>‹#›</a:t>
            </a:fld>
            <a:endParaRPr lang="en-US"/>
          </a:p>
        </p:txBody>
      </p:sp>
      <p:sp>
        <p:nvSpPr>
          <p:cNvPr id="10" name="Content Placeholder 9"/>
          <p:cNvSpPr>
            <a:spLocks noGrp="1"/>
          </p:cNvSpPr>
          <p:nvPr>
            <p:ph sz="quarter" idx="14"/>
          </p:nvPr>
        </p:nvSpPr>
        <p:spPr>
          <a:xfrm>
            <a:off x="1706880" y="1470467"/>
            <a:ext cx="10046459" cy="47344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Right Triangle 10"/>
          <p:cNvSpPr/>
          <p:nvPr userDrawn="1"/>
        </p:nvSpPr>
        <p:spPr>
          <a:xfrm>
            <a:off x="0" y="1554040"/>
            <a:ext cx="991514" cy="5309555"/>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4"/>
          <p:cNvSpPr/>
          <p:nvPr userDrawn="1"/>
        </p:nvSpPr>
        <p:spPr>
          <a:xfrm flipH="1">
            <a:off x="0" y="-5972"/>
            <a:ext cx="1671090" cy="6869567"/>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 name="connsiteX0" fmla="*/ 0 w 12204643"/>
              <a:gd name="connsiteY0" fmla="*/ 0 h 6644225"/>
              <a:gd name="connsiteX1" fmla="*/ 12204643 w 12204643"/>
              <a:gd name="connsiteY1" fmla="*/ 5774 h 6644225"/>
              <a:gd name="connsiteX2" fmla="*/ 12204643 w 12204643"/>
              <a:gd name="connsiteY2" fmla="*/ 6644223 h 6644225"/>
              <a:gd name="connsiteX3" fmla="*/ 11159981 w 12204643"/>
              <a:gd name="connsiteY3" fmla="*/ 6644225 h 6644225"/>
              <a:gd name="connsiteX4" fmla="*/ 0 w 12204643"/>
              <a:gd name="connsiteY4" fmla="*/ 0 h 6644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4643" h="6644225">
                <a:moveTo>
                  <a:pt x="0" y="0"/>
                </a:moveTo>
                <a:lnTo>
                  <a:pt x="12204643" y="5774"/>
                </a:lnTo>
                <a:lnTo>
                  <a:pt x="12204643" y="6644223"/>
                </a:lnTo>
                <a:lnTo>
                  <a:pt x="11159981" y="6644225"/>
                </a:lnTo>
                <a:lnTo>
                  <a:pt x="0" y="0"/>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itle 12"/>
          <p:cNvSpPr>
            <a:spLocks noGrp="1"/>
          </p:cNvSpPr>
          <p:nvPr>
            <p:ph type="title"/>
          </p:nvPr>
        </p:nvSpPr>
        <p:spPr>
          <a:xfrm>
            <a:off x="1718937" y="365126"/>
            <a:ext cx="10030518" cy="971306"/>
          </a:xfrm>
        </p:spPr>
        <p:txBody>
          <a:bodyPr/>
          <a:lstStyle/>
          <a:p>
            <a:r>
              <a:rPr lang="en-US"/>
              <a:t>Click to edit Master title style</a:t>
            </a:r>
            <a:endParaRPr lang="en-US" dirty="0"/>
          </a:p>
        </p:txBody>
      </p:sp>
    </p:spTree>
    <p:extLst>
      <p:ext uri="{BB962C8B-B14F-4D97-AF65-F5344CB8AC3E}">
        <p14:creationId xmlns:p14="http://schemas.microsoft.com/office/powerpoint/2010/main" val="35045409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 Aqua">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4F7D0B0-7E7B-4879-A888-F5F2D3156A72}" type="slidenum">
              <a:rPr lang="en-US" smtClean="0"/>
              <a:t>‹#›</a:t>
            </a:fld>
            <a:endParaRPr lang="en-US"/>
          </a:p>
        </p:txBody>
      </p:sp>
      <p:sp>
        <p:nvSpPr>
          <p:cNvPr id="10" name="Content Placeholder 9"/>
          <p:cNvSpPr>
            <a:spLocks noGrp="1"/>
          </p:cNvSpPr>
          <p:nvPr>
            <p:ph sz="quarter" idx="14"/>
          </p:nvPr>
        </p:nvSpPr>
        <p:spPr>
          <a:xfrm>
            <a:off x="1706880" y="1470467"/>
            <a:ext cx="10046459" cy="47344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Right Triangle 10"/>
          <p:cNvSpPr/>
          <p:nvPr userDrawn="1"/>
        </p:nvSpPr>
        <p:spPr>
          <a:xfrm>
            <a:off x="0" y="1554040"/>
            <a:ext cx="991514" cy="5309555"/>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4"/>
          <p:cNvSpPr/>
          <p:nvPr userDrawn="1"/>
        </p:nvSpPr>
        <p:spPr>
          <a:xfrm flipH="1">
            <a:off x="0" y="-11567"/>
            <a:ext cx="1671090" cy="6869567"/>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 name="connsiteX0" fmla="*/ 0 w 12204643"/>
              <a:gd name="connsiteY0" fmla="*/ 0 h 6644225"/>
              <a:gd name="connsiteX1" fmla="*/ 12204643 w 12204643"/>
              <a:gd name="connsiteY1" fmla="*/ 5774 h 6644225"/>
              <a:gd name="connsiteX2" fmla="*/ 12204643 w 12204643"/>
              <a:gd name="connsiteY2" fmla="*/ 6644223 h 6644225"/>
              <a:gd name="connsiteX3" fmla="*/ 11159981 w 12204643"/>
              <a:gd name="connsiteY3" fmla="*/ 6644225 h 6644225"/>
              <a:gd name="connsiteX4" fmla="*/ 0 w 12204643"/>
              <a:gd name="connsiteY4" fmla="*/ 0 h 6644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4643" h="6644225">
                <a:moveTo>
                  <a:pt x="0" y="0"/>
                </a:moveTo>
                <a:lnTo>
                  <a:pt x="12204643" y="5774"/>
                </a:lnTo>
                <a:lnTo>
                  <a:pt x="12204643" y="6644223"/>
                </a:lnTo>
                <a:lnTo>
                  <a:pt x="11159981" y="6644225"/>
                </a:lnTo>
                <a:lnTo>
                  <a:pt x="0" y="0"/>
                </a:lnTo>
                <a:close/>
              </a:path>
            </a:pathLst>
          </a:cu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itle 12"/>
          <p:cNvSpPr>
            <a:spLocks noGrp="1"/>
          </p:cNvSpPr>
          <p:nvPr>
            <p:ph type="title"/>
          </p:nvPr>
        </p:nvSpPr>
        <p:spPr>
          <a:xfrm>
            <a:off x="1718937" y="365126"/>
            <a:ext cx="10030518" cy="971306"/>
          </a:xfrm>
        </p:spPr>
        <p:txBody>
          <a:bodyPr/>
          <a:lstStyle/>
          <a:p>
            <a:r>
              <a:rPr lang="en-US"/>
              <a:t>Click to edit Master title style</a:t>
            </a:r>
            <a:endParaRPr lang="en-US" dirty="0"/>
          </a:p>
        </p:txBody>
      </p:sp>
    </p:spTree>
    <p:extLst>
      <p:ext uri="{BB962C8B-B14F-4D97-AF65-F5344CB8AC3E}">
        <p14:creationId xmlns:p14="http://schemas.microsoft.com/office/powerpoint/2010/main" val="12288647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 Green">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4F7D0B0-7E7B-4879-A888-F5F2D3156A72}" type="slidenum">
              <a:rPr lang="en-US" smtClean="0"/>
              <a:t>‹#›</a:t>
            </a:fld>
            <a:endParaRPr lang="en-US"/>
          </a:p>
        </p:txBody>
      </p:sp>
      <p:sp>
        <p:nvSpPr>
          <p:cNvPr id="10" name="Content Placeholder 9"/>
          <p:cNvSpPr>
            <a:spLocks noGrp="1"/>
          </p:cNvSpPr>
          <p:nvPr>
            <p:ph sz="quarter" idx="14"/>
          </p:nvPr>
        </p:nvSpPr>
        <p:spPr>
          <a:xfrm>
            <a:off x="1706880" y="1470467"/>
            <a:ext cx="10046459" cy="47344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Right Triangle 10"/>
          <p:cNvSpPr/>
          <p:nvPr userDrawn="1"/>
        </p:nvSpPr>
        <p:spPr>
          <a:xfrm>
            <a:off x="0" y="1554040"/>
            <a:ext cx="991514" cy="5309555"/>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4"/>
          <p:cNvSpPr/>
          <p:nvPr userDrawn="1"/>
        </p:nvSpPr>
        <p:spPr>
          <a:xfrm flipH="1">
            <a:off x="0" y="-5972"/>
            <a:ext cx="1671090" cy="6869567"/>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 name="connsiteX0" fmla="*/ 0 w 12204643"/>
              <a:gd name="connsiteY0" fmla="*/ 0 h 6644225"/>
              <a:gd name="connsiteX1" fmla="*/ 12204643 w 12204643"/>
              <a:gd name="connsiteY1" fmla="*/ 5774 h 6644225"/>
              <a:gd name="connsiteX2" fmla="*/ 12204643 w 12204643"/>
              <a:gd name="connsiteY2" fmla="*/ 6644223 h 6644225"/>
              <a:gd name="connsiteX3" fmla="*/ 11159981 w 12204643"/>
              <a:gd name="connsiteY3" fmla="*/ 6644225 h 6644225"/>
              <a:gd name="connsiteX4" fmla="*/ 0 w 12204643"/>
              <a:gd name="connsiteY4" fmla="*/ 0 h 6644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4643" h="6644225">
                <a:moveTo>
                  <a:pt x="0" y="0"/>
                </a:moveTo>
                <a:lnTo>
                  <a:pt x="12204643" y="5774"/>
                </a:lnTo>
                <a:lnTo>
                  <a:pt x="12204643" y="6644223"/>
                </a:lnTo>
                <a:lnTo>
                  <a:pt x="11159981" y="6644225"/>
                </a:lnTo>
                <a:lnTo>
                  <a:pt x="0" y="0"/>
                </a:lnTo>
                <a:close/>
              </a:path>
            </a:pathLst>
          </a:cu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itle 12"/>
          <p:cNvSpPr>
            <a:spLocks noGrp="1"/>
          </p:cNvSpPr>
          <p:nvPr>
            <p:ph type="title"/>
          </p:nvPr>
        </p:nvSpPr>
        <p:spPr>
          <a:xfrm>
            <a:off x="1718937" y="365126"/>
            <a:ext cx="10030518" cy="971306"/>
          </a:xfrm>
        </p:spPr>
        <p:txBody>
          <a:bodyPr/>
          <a:lstStyle/>
          <a:p>
            <a:r>
              <a:rPr lang="en-US"/>
              <a:t>Click to edit Master title style</a:t>
            </a:r>
            <a:endParaRPr lang="en-US" dirty="0"/>
          </a:p>
        </p:txBody>
      </p:sp>
    </p:spTree>
    <p:extLst>
      <p:ext uri="{BB962C8B-B14F-4D97-AF65-F5344CB8AC3E}">
        <p14:creationId xmlns:p14="http://schemas.microsoft.com/office/powerpoint/2010/main" val="2536762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 Orang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4F7D0B0-7E7B-4879-A888-F5F2D3156A72}" type="slidenum">
              <a:rPr lang="en-US" smtClean="0"/>
              <a:t>‹#›</a:t>
            </a:fld>
            <a:endParaRPr lang="en-US"/>
          </a:p>
        </p:txBody>
      </p:sp>
      <p:sp>
        <p:nvSpPr>
          <p:cNvPr id="10" name="Content Placeholder 9"/>
          <p:cNvSpPr>
            <a:spLocks noGrp="1"/>
          </p:cNvSpPr>
          <p:nvPr>
            <p:ph sz="quarter" idx="14"/>
          </p:nvPr>
        </p:nvSpPr>
        <p:spPr>
          <a:xfrm>
            <a:off x="1706880" y="1470467"/>
            <a:ext cx="10046459" cy="47344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Right Triangle 10"/>
          <p:cNvSpPr/>
          <p:nvPr userDrawn="1"/>
        </p:nvSpPr>
        <p:spPr>
          <a:xfrm>
            <a:off x="0" y="1554040"/>
            <a:ext cx="991514" cy="5309555"/>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4"/>
          <p:cNvSpPr/>
          <p:nvPr userDrawn="1"/>
        </p:nvSpPr>
        <p:spPr>
          <a:xfrm flipH="1">
            <a:off x="0" y="-5972"/>
            <a:ext cx="1671090" cy="6869567"/>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 name="connsiteX0" fmla="*/ 0 w 12204643"/>
              <a:gd name="connsiteY0" fmla="*/ 0 h 6644225"/>
              <a:gd name="connsiteX1" fmla="*/ 12204643 w 12204643"/>
              <a:gd name="connsiteY1" fmla="*/ 5774 h 6644225"/>
              <a:gd name="connsiteX2" fmla="*/ 12204643 w 12204643"/>
              <a:gd name="connsiteY2" fmla="*/ 6644223 h 6644225"/>
              <a:gd name="connsiteX3" fmla="*/ 11159981 w 12204643"/>
              <a:gd name="connsiteY3" fmla="*/ 6644225 h 6644225"/>
              <a:gd name="connsiteX4" fmla="*/ 0 w 12204643"/>
              <a:gd name="connsiteY4" fmla="*/ 0 h 6644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4643" h="6644225">
                <a:moveTo>
                  <a:pt x="0" y="0"/>
                </a:moveTo>
                <a:lnTo>
                  <a:pt x="12204643" y="5774"/>
                </a:lnTo>
                <a:lnTo>
                  <a:pt x="12204643" y="6644223"/>
                </a:lnTo>
                <a:lnTo>
                  <a:pt x="11159981" y="6644225"/>
                </a:lnTo>
                <a:lnTo>
                  <a:pt x="0" y="0"/>
                </a:lnTo>
                <a:close/>
              </a:path>
            </a:pathLst>
          </a:cu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itle 12"/>
          <p:cNvSpPr>
            <a:spLocks noGrp="1"/>
          </p:cNvSpPr>
          <p:nvPr>
            <p:ph type="title"/>
          </p:nvPr>
        </p:nvSpPr>
        <p:spPr>
          <a:xfrm>
            <a:off x="1718937" y="365126"/>
            <a:ext cx="10030518" cy="971306"/>
          </a:xfrm>
        </p:spPr>
        <p:txBody>
          <a:bodyPr/>
          <a:lstStyle/>
          <a:p>
            <a:r>
              <a:rPr lang="en-US"/>
              <a:t>Click to edit Master title style</a:t>
            </a:r>
            <a:endParaRPr lang="en-US" dirty="0"/>
          </a:p>
        </p:txBody>
      </p:sp>
    </p:spTree>
    <p:extLst>
      <p:ext uri="{BB962C8B-B14F-4D97-AF65-F5344CB8AC3E}">
        <p14:creationId xmlns:p14="http://schemas.microsoft.com/office/powerpoint/2010/main" val="42010085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 Purpl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4F7D0B0-7E7B-4879-A888-F5F2D3156A72}" type="slidenum">
              <a:rPr lang="en-US" smtClean="0"/>
              <a:t>‹#›</a:t>
            </a:fld>
            <a:endParaRPr lang="en-US"/>
          </a:p>
        </p:txBody>
      </p:sp>
      <p:sp>
        <p:nvSpPr>
          <p:cNvPr id="10" name="Content Placeholder 9"/>
          <p:cNvSpPr>
            <a:spLocks noGrp="1"/>
          </p:cNvSpPr>
          <p:nvPr>
            <p:ph sz="quarter" idx="14"/>
          </p:nvPr>
        </p:nvSpPr>
        <p:spPr>
          <a:xfrm>
            <a:off x="1706880" y="1470467"/>
            <a:ext cx="10046459" cy="47344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Right Triangle 10"/>
          <p:cNvSpPr/>
          <p:nvPr userDrawn="1"/>
        </p:nvSpPr>
        <p:spPr>
          <a:xfrm>
            <a:off x="0" y="1554040"/>
            <a:ext cx="991514" cy="5309555"/>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4"/>
          <p:cNvSpPr/>
          <p:nvPr userDrawn="1"/>
        </p:nvSpPr>
        <p:spPr>
          <a:xfrm flipH="1">
            <a:off x="0" y="-5972"/>
            <a:ext cx="1671090" cy="6869567"/>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 name="connsiteX0" fmla="*/ 0 w 12204643"/>
              <a:gd name="connsiteY0" fmla="*/ 0 h 6644225"/>
              <a:gd name="connsiteX1" fmla="*/ 12204643 w 12204643"/>
              <a:gd name="connsiteY1" fmla="*/ 5774 h 6644225"/>
              <a:gd name="connsiteX2" fmla="*/ 12204643 w 12204643"/>
              <a:gd name="connsiteY2" fmla="*/ 6644223 h 6644225"/>
              <a:gd name="connsiteX3" fmla="*/ 11159981 w 12204643"/>
              <a:gd name="connsiteY3" fmla="*/ 6644225 h 6644225"/>
              <a:gd name="connsiteX4" fmla="*/ 0 w 12204643"/>
              <a:gd name="connsiteY4" fmla="*/ 0 h 6644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4643" h="6644225">
                <a:moveTo>
                  <a:pt x="0" y="0"/>
                </a:moveTo>
                <a:lnTo>
                  <a:pt x="12204643" y="5774"/>
                </a:lnTo>
                <a:lnTo>
                  <a:pt x="12204643" y="6644223"/>
                </a:lnTo>
                <a:lnTo>
                  <a:pt x="11159981" y="6644225"/>
                </a:lnTo>
                <a:lnTo>
                  <a:pt x="0" y="0"/>
                </a:lnTo>
                <a:close/>
              </a:path>
            </a:pathLst>
          </a:custGeom>
          <a:solidFill>
            <a:srgbClr val="92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itle 12"/>
          <p:cNvSpPr>
            <a:spLocks noGrp="1"/>
          </p:cNvSpPr>
          <p:nvPr>
            <p:ph type="title"/>
          </p:nvPr>
        </p:nvSpPr>
        <p:spPr>
          <a:xfrm>
            <a:off x="1718937" y="365126"/>
            <a:ext cx="10030518" cy="971306"/>
          </a:xfrm>
        </p:spPr>
        <p:txBody>
          <a:bodyPr/>
          <a:lstStyle/>
          <a:p>
            <a:r>
              <a:rPr lang="en-US"/>
              <a:t>Click to edit Master title style</a:t>
            </a:r>
            <a:endParaRPr lang="en-US" dirty="0"/>
          </a:p>
        </p:txBody>
      </p:sp>
    </p:spTree>
    <p:extLst>
      <p:ext uri="{BB962C8B-B14F-4D97-AF65-F5344CB8AC3E}">
        <p14:creationId xmlns:p14="http://schemas.microsoft.com/office/powerpoint/2010/main" val="42595030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Divider - Blue">
    <p:spTree>
      <p:nvGrpSpPr>
        <p:cNvPr id="1" name=""/>
        <p:cNvGrpSpPr/>
        <p:nvPr/>
      </p:nvGrpSpPr>
      <p:grpSpPr>
        <a:xfrm>
          <a:off x="0" y="0"/>
          <a:ext cx="0" cy="0"/>
          <a:chOff x="0" y="0"/>
          <a:chExt cx="0" cy="0"/>
        </a:xfrm>
      </p:grpSpPr>
      <p:sp>
        <p:nvSpPr>
          <p:cNvPr id="19" name="Right Triangle 18"/>
          <p:cNvSpPr/>
          <p:nvPr userDrawn="1"/>
        </p:nvSpPr>
        <p:spPr>
          <a:xfrm flipH="1">
            <a:off x="8779932" y="12701"/>
            <a:ext cx="3412065" cy="6858000"/>
          </a:xfrm>
          <a:prstGeom prst="rtTriangle">
            <a:avLst/>
          </a:prstGeom>
          <a:solidFill>
            <a:srgbClr val="57C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4"/>
          <p:cNvSpPr/>
          <p:nvPr userDrawn="1"/>
        </p:nvSpPr>
        <p:spPr>
          <a:xfrm>
            <a:off x="1909231" y="-8466"/>
            <a:ext cx="10299095" cy="6878711"/>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4643" h="6644225">
                <a:moveTo>
                  <a:pt x="0" y="0"/>
                </a:moveTo>
                <a:lnTo>
                  <a:pt x="12204643" y="11186"/>
                </a:lnTo>
                <a:lnTo>
                  <a:pt x="12204643" y="6644223"/>
                </a:lnTo>
                <a:lnTo>
                  <a:pt x="11159981" y="6644225"/>
                </a:lnTo>
                <a:lnTo>
                  <a:pt x="0" y="0"/>
                </a:lnTo>
                <a:close/>
              </a:path>
            </a:pathLst>
          </a:custGeom>
          <a:solidFill>
            <a:srgbClr val="0436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p:cNvSpPr>
            <a:spLocks noGrp="1"/>
          </p:cNvSpPr>
          <p:nvPr userDrawn="1">
            <p:ph type="title" hasCustomPrompt="1"/>
          </p:nvPr>
        </p:nvSpPr>
        <p:spPr>
          <a:xfrm>
            <a:off x="557561" y="3886200"/>
            <a:ext cx="6952372" cy="1403300"/>
          </a:xfrm>
        </p:spPr>
        <p:txBody>
          <a:bodyPr anchor="ctr">
            <a:normAutofit/>
          </a:bodyPr>
          <a:lstStyle>
            <a:lvl1pPr>
              <a:defRPr sz="4800">
                <a:solidFill>
                  <a:schemeClr val="tx1"/>
                </a:solidFill>
              </a:defRPr>
            </a:lvl1pPr>
          </a:lstStyle>
          <a:p>
            <a:r>
              <a:rPr lang="en-US" dirty="0"/>
              <a:t>Click To Edit Master Title Style</a:t>
            </a:r>
          </a:p>
        </p:txBody>
      </p:sp>
      <p:sp>
        <p:nvSpPr>
          <p:cNvPr id="3" name="Text Placeholder 2"/>
          <p:cNvSpPr>
            <a:spLocks noGrp="1"/>
          </p:cNvSpPr>
          <p:nvPr userDrawn="1">
            <p:ph type="body" idx="1" hasCustomPrompt="1"/>
          </p:nvPr>
        </p:nvSpPr>
        <p:spPr>
          <a:xfrm>
            <a:off x="557560" y="5393267"/>
            <a:ext cx="6960840" cy="986268"/>
          </a:xfrm>
        </p:spPr>
        <p:txBody>
          <a:bodyPr>
            <a:normAutofit/>
          </a:bodyPr>
          <a:lstStyle>
            <a:lvl1pPr marL="0" marR="0" indent="0" algn="l" defTabSz="914400" rtl="0" eaLnBrk="1" fontAlgn="auto" latinLnBrk="0" hangingPunct="1">
              <a:lnSpc>
                <a:spcPct val="90000"/>
              </a:lnSpc>
              <a:spcBef>
                <a:spcPts val="1000"/>
              </a:spcBef>
              <a:spcAft>
                <a:spcPts val="0"/>
              </a:spcAft>
              <a:buClr>
                <a:schemeClr val="accent1"/>
              </a:buClr>
              <a:buSzTx/>
              <a:buFont typeface="Wingdings" panose="05000000000000000000" pitchFamily="2" charset="2"/>
              <a:buNone/>
              <a:tabLst/>
              <a:defRPr sz="2000">
                <a:solidFill>
                  <a:srgbClr val="7F7F7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pic>
        <p:nvPicPr>
          <p:cNvPr id="8" name="Picture 7" descr="CrownWhite.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613757" y="141271"/>
            <a:ext cx="434787" cy="340180"/>
          </a:xfrm>
          <a:prstGeom prst="rect">
            <a:avLst/>
          </a:prstGeom>
        </p:spPr>
      </p:pic>
    </p:spTree>
    <p:extLst>
      <p:ext uri="{BB962C8B-B14F-4D97-AF65-F5344CB8AC3E}">
        <p14:creationId xmlns:p14="http://schemas.microsoft.com/office/powerpoint/2010/main" val="28248297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Divider - Light Blue">
    <p:spTree>
      <p:nvGrpSpPr>
        <p:cNvPr id="1" name=""/>
        <p:cNvGrpSpPr/>
        <p:nvPr/>
      </p:nvGrpSpPr>
      <p:grpSpPr>
        <a:xfrm>
          <a:off x="0" y="0"/>
          <a:ext cx="0" cy="0"/>
          <a:chOff x="0" y="0"/>
          <a:chExt cx="0" cy="0"/>
        </a:xfrm>
      </p:grpSpPr>
      <p:sp>
        <p:nvSpPr>
          <p:cNvPr id="19" name="Right Triangle 18"/>
          <p:cNvSpPr/>
          <p:nvPr userDrawn="1"/>
        </p:nvSpPr>
        <p:spPr>
          <a:xfrm flipH="1">
            <a:off x="8779932" y="12701"/>
            <a:ext cx="3412065" cy="6858000"/>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4"/>
          <p:cNvSpPr/>
          <p:nvPr userDrawn="1"/>
        </p:nvSpPr>
        <p:spPr>
          <a:xfrm>
            <a:off x="1909231" y="-8466"/>
            <a:ext cx="10299095" cy="6878711"/>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4643" h="6644225">
                <a:moveTo>
                  <a:pt x="0" y="0"/>
                </a:moveTo>
                <a:lnTo>
                  <a:pt x="12204643" y="11186"/>
                </a:lnTo>
                <a:lnTo>
                  <a:pt x="12204643" y="6644223"/>
                </a:lnTo>
                <a:lnTo>
                  <a:pt x="11159981" y="6644225"/>
                </a:lnTo>
                <a:lnTo>
                  <a:pt x="0" y="0"/>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p:cNvSpPr>
            <a:spLocks noGrp="1"/>
          </p:cNvSpPr>
          <p:nvPr userDrawn="1">
            <p:ph type="title" hasCustomPrompt="1"/>
          </p:nvPr>
        </p:nvSpPr>
        <p:spPr>
          <a:xfrm>
            <a:off x="557561" y="3886200"/>
            <a:ext cx="6952372" cy="1403300"/>
          </a:xfrm>
        </p:spPr>
        <p:txBody>
          <a:bodyPr anchor="ctr">
            <a:normAutofit/>
          </a:bodyPr>
          <a:lstStyle>
            <a:lvl1pPr>
              <a:defRPr sz="4800">
                <a:solidFill>
                  <a:schemeClr val="tx1"/>
                </a:solidFill>
              </a:defRPr>
            </a:lvl1pPr>
          </a:lstStyle>
          <a:p>
            <a:r>
              <a:rPr lang="en-US" dirty="0"/>
              <a:t>Click To Edit Master Title Style</a:t>
            </a:r>
          </a:p>
        </p:txBody>
      </p:sp>
      <p:sp>
        <p:nvSpPr>
          <p:cNvPr id="3" name="Text Placeholder 2"/>
          <p:cNvSpPr>
            <a:spLocks noGrp="1"/>
          </p:cNvSpPr>
          <p:nvPr userDrawn="1">
            <p:ph type="body" idx="1" hasCustomPrompt="1"/>
          </p:nvPr>
        </p:nvSpPr>
        <p:spPr>
          <a:xfrm>
            <a:off x="557560" y="5393267"/>
            <a:ext cx="6960840" cy="986268"/>
          </a:xfrm>
        </p:spPr>
        <p:txBody>
          <a:bodyPr>
            <a:normAutofit/>
          </a:bodyPr>
          <a:lstStyle>
            <a:lvl1pPr marL="0" marR="0" indent="0" algn="l" defTabSz="914400" rtl="0" eaLnBrk="1" fontAlgn="auto" latinLnBrk="0" hangingPunct="1">
              <a:lnSpc>
                <a:spcPct val="90000"/>
              </a:lnSpc>
              <a:spcBef>
                <a:spcPts val="1000"/>
              </a:spcBef>
              <a:spcAft>
                <a:spcPts val="0"/>
              </a:spcAft>
              <a:buClr>
                <a:schemeClr val="accent1"/>
              </a:buClr>
              <a:buSzTx/>
              <a:buFont typeface="Wingdings" panose="05000000000000000000" pitchFamily="2" charset="2"/>
              <a:buNone/>
              <a:tabLst/>
              <a:defRPr sz="2000">
                <a:solidFill>
                  <a:srgbClr val="7F7F7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pic>
        <p:nvPicPr>
          <p:cNvPr id="7" name="Picture 6" descr="CrownWhite.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613757" y="141271"/>
            <a:ext cx="434787" cy="340180"/>
          </a:xfrm>
          <a:prstGeom prst="rect">
            <a:avLst/>
          </a:prstGeom>
        </p:spPr>
      </p:pic>
    </p:spTree>
    <p:extLst>
      <p:ext uri="{BB962C8B-B14F-4D97-AF65-F5344CB8AC3E}">
        <p14:creationId xmlns:p14="http://schemas.microsoft.com/office/powerpoint/2010/main" val="6869296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Divider - Aqua">
    <p:spTree>
      <p:nvGrpSpPr>
        <p:cNvPr id="1" name=""/>
        <p:cNvGrpSpPr/>
        <p:nvPr/>
      </p:nvGrpSpPr>
      <p:grpSpPr>
        <a:xfrm>
          <a:off x="0" y="0"/>
          <a:ext cx="0" cy="0"/>
          <a:chOff x="0" y="0"/>
          <a:chExt cx="0" cy="0"/>
        </a:xfrm>
      </p:grpSpPr>
      <p:sp>
        <p:nvSpPr>
          <p:cNvPr id="19" name="Right Triangle 18"/>
          <p:cNvSpPr/>
          <p:nvPr userDrawn="1"/>
        </p:nvSpPr>
        <p:spPr>
          <a:xfrm flipH="1">
            <a:off x="8779932" y="12701"/>
            <a:ext cx="3412065" cy="6858000"/>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4"/>
          <p:cNvSpPr/>
          <p:nvPr userDrawn="1"/>
        </p:nvSpPr>
        <p:spPr>
          <a:xfrm>
            <a:off x="1909231" y="-8466"/>
            <a:ext cx="10299095" cy="6878711"/>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4643" h="6644225">
                <a:moveTo>
                  <a:pt x="0" y="0"/>
                </a:moveTo>
                <a:lnTo>
                  <a:pt x="12204643" y="11186"/>
                </a:lnTo>
                <a:lnTo>
                  <a:pt x="12204643" y="6644223"/>
                </a:lnTo>
                <a:lnTo>
                  <a:pt x="11159981" y="6644225"/>
                </a:lnTo>
                <a:lnTo>
                  <a:pt x="0" y="0"/>
                </a:lnTo>
                <a:close/>
              </a:path>
            </a:pathLst>
          </a:cu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p:cNvSpPr>
            <a:spLocks noGrp="1"/>
          </p:cNvSpPr>
          <p:nvPr userDrawn="1">
            <p:ph type="title" hasCustomPrompt="1"/>
          </p:nvPr>
        </p:nvSpPr>
        <p:spPr>
          <a:xfrm>
            <a:off x="557561" y="3886200"/>
            <a:ext cx="6952372" cy="1403300"/>
          </a:xfrm>
        </p:spPr>
        <p:txBody>
          <a:bodyPr anchor="ctr">
            <a:normAutofit/>
          </a:bodyPr>
          <a:lstStyle>
            <a:lvl1pPr>
              <a:defRPr sz="4800">
                <a:solidFill>
                  <a:schemeClr val="tx1"/>
                </a:solidFill>
              </a:defRPr>
            </a:lvl1pPr>
          </a:lstStyle>
          <a:p>
            <a:r>
              <a:rPr lang="en-US" dirty="0"/>
              <a:t>Click To Edit Master Title Style</a:t>
            </a:r>
          </a:p>
        </p:txBody>
      </p:sp>
      <p:sp>
        <p:nvSpPr>
          <p:cNvPr id="3" name="Text Placeholder 2"/>
          <p:cNvSpPr>
            <a:spLocks noGrp="1"/>
          </p:cNvSpPr>
          <p:nvPr userDrawn="1">
            <p:ph type="body" idx="1" hasCustomPrompt="1"/>
          </p:nvPr>
        </p:nvSpPr>
        <p:spPr>
          <a:xfrm>
            <a:off x="557560" y="5393267"/>
            <a:ext cx="6960840" cy="986268"/>
          </a:xfrm>
        </p:spPr>
        <p:txBody>
          <a:bodyPr>
            <a:normAutofit/>
          </a:bodyPr>
          <a:lstStyle>
            <a:lvl1pPr marL="0" marR="0" indent="0" algn="l" defTabSz="914400" rtl="0" eaLnBrk="1" fontAlgn="auto" latinLnBrk="0" hangingPunct="1">
              <a:lnSpc>
                <a:spcPct val="90000"/>
              </a:lnSpc>
              <a:spcBef>
                <a:spcPts val="1000"/>
              </a:spcBef>
              <a:spcAft>
                <a:spcPts val="0"/>
              </a:spcAft>
              <a:buClr>
                <a:schemeClr val="accent1"/>
              </a:buClr>
              <a:buSzTx/>
              <a:buFont typeface="Wingdings" panose="05000000000000000000" pitchFamily="2" charset="2"/>
              <a:buNone/>
              <a:tabLst/>
              <a:defRPr sz="2000">
                <a:solidFill>
                  <a:srgbClr val="7F7F7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pic>
        <p:nvPicPr>
          <p:cNvPr id="7" name="Picture 6" descr="CrownWhite.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613757" y="141271"/>
            <a:ext cx="434787" cy="340180"/>
          </a:xfrm>
          <a:prstGeom prst="rect">
            <a:avLst/>
          </a:prstGeom>
        </p:spPr>
      </p:pic>
    </p:spTree>
    <p:extLst>
      <p:ext uri="{BB962C8B-B14F-4D97-AF65-F5344CB8AC3E}">
        <p14:creationId xmlns:p14="http://schemas.microsoft.com/office/powerpoint/2010/main" val="4720232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on Divider - Green">
    <p:spTree>
      <p:nvGrpSpPr>
        <p:cNvPr id="1" name=""/>
        <p:cNvGrpSpPr/>
        <p:nvPr/>
      </p:nvGrpSpPr>
      <p:grpSpPr>
        <a:xfrm>
          <a:off x="0" y="0"/>
          <a:ext cx="0" cy="0"/>
          <a:chOff x="0" y="0"/>
          <a:chExt cx="0" cy="0"/>
        </a:xfrm>
      </p:grpSpPr>
      <p:sp>
        <p:nvSpPr>
          <p:cNvPr id="19" name="Right Triangle 18"/>
          <p:cNvSpPr/>
          <p:nvPr userDrawn="1"/>
        </p:nvSpPr>
        <p:spPr>
          <a:xfrm flipH="1">
            <a:off x="8779932" y="12701"/>
            <a:ext cx="3412065" cy="6858000"/>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4"/>
          <p:cNvSpPr/>
          <p:nvPr userDrawn="1"/>
        </p:nvSpPr>
        <p:spPr>
          <a:xfrm>
            <a:off x="1909231" y="-8466"/>
            <a:ext cx="10299095" cy="6878711"/>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4643" h="6644225">
                <a:moveTo>
                  <a:pt x="0" y="0"/>
                </a:moveTo>
                <a:lnTo>
                  <a:pt x="12204643" y="11186"/>
                </a:lnTo>
                <a:lnTo>
                  <a:pt x="12204643" y="6644223"/>
                </a:lnTo>
                <a:lnTo>
                  <a:pt x="11159981" y="6644225"/>
                </a:lnTo>
                <a:lnTo>
                  <a:pt x="0" y="0"/>
                </a:lnTo>
                <a:close/>
              </a:path>
            </a:pathLst>
          </a:cu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p:cNvSpPr>
            <a:spLocks noGrp="1"/>
          </p:cNvSpPr>
          <p:nvPr userDrawn="1">
            <p:ph type="title" hasCustomPrompt="1"/>
          </p:nvPr>
        </p:nvSpPr>
        <p:spPr>
          <a:xfrm>
            <a:off x="557561" y="3886200"/>
            <a:ext cx="6952372" cy="1403300"/>
          </a:xfrm>
        </p:spPr>
        <p:txBody>
          <a:bodyPr anchor="ctr">
            <a:normAutofit/>
          </a:bodyPr>
          <a:lstStyle>
            <a:lvl1pPr>
              <a:defRPr sz="4800">
                <a:solidFill>
                  <a:schemeClr val="tx1"/>
                </a:solidFill>
              </a:defRPr>
            </a:lvl1pPr>
          </a:lstStyle>
          <a:p>
            <a:r>
              <a:rPr lang="en-US" dirty="0"/>
              <a:t>Click To Edit Master Title Style</a:t>
            </a:r>
          </a:p>
        </p:txBody>
      </p:sp>
      <p:sp>
        <p:nvSpPr>
          <p:cNvPr id="3" name="Text Placeholder 2"/>
          <p:cNvSpPr>
            <a:spLocks noGrp="1"/>
          </p:cNvSpPr>
          <p:nvPr userDrawn="1">
            <p:ph type="body" idx="1" hasCustomPrompt="1"/>
          </p:nvPr>
        </p:nvSpPr>
        <p:spPr>
          <a:xfrm>
            <a:off x="557560" y="5393267"/>
            <a:ext cx="6960840" cy="986268"/>
          </a:xfrm>
        </p:spPr>
        <p:txBody>
          <a:bodyPr>
            <a:normAutofit/>
          </a:bodyPr>
          <a:lstStyle>
            <a:lvl1pPr marL="0" marR="0" indent="0" algn="l" defTabSz="914400" rtl="0" eaLnBrk="1" fontAlgn="auto" latinLnBrk="0" hangingPunct="1">
              <a:lnSpc>
                <a:spcPct val="90000"/>
              </a:lnSpc>
              <a:spcBef>
                <a:spcPts val="1000"/>
              </a:spcBef>
              <a:spcAft>
                <a:spcPts val="0"/>
              </a:spcAft>
              <a:buClr>
                <a:schemeClr val="accent1"/>
              </a:buClr>
              <a:buSzTx/>
              <a:buFont typeface="Wingdings" panose="05000000000000000000" pitchFamily="2" charset="2"/>
              <a:buNone/>
              <a:tabLst/>
              <a:defRPr sz="2000">
                <a:solidFill>
                  <a:srgbClr val="7F7F7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pic>
        <p:nvPicPr>
          <p:cNvPr id="7" name="Picture 6" descr="CrownWhite.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613757" y="141271"/>
            <a:ext cx="434787" cy="340180"/>
          </a:xfrm>
          <a:prstGeom prst="rect">
            <a:avLst/>
          </a:prstGeom>
        </p:spPr>
      </p:pic>
    </p:spTree>
    <p:extLst>
      <p:ext uri="{BB962C8B-B14F-4D97-AF65-F5344CB8AC3E}">
        <p14:creationId xmlns:p14="http://schemas.microsoft.com/office/powerpoint/2010/main" val="34168711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on Divider - Orange">
    <p:spTree>
      <p:nvGrpSpPr>
        <p:cNvPr id="1" name=""/>
        <p:cNvGrpSpPr/>
        <p:nvPr/>
      </p:nvGrpSpPr>
      <p:grpSpPr>
        <a:xfrm>
          <a:off x="0" y="0"/>
          <a:ext cx="0" cy="0"/>
          <a:chOff x="0" y="0"/>
          <a:chExt cx="0" cy="0"/>
        </a:xfrm>
      </p:grpSpPr>
      <p:sp>
        <p:nvSpPr>
          <p:cNvPr id="19" name="Right Triangle 18"/>
          <p:cNvSpPr/>
          <p:nvPr userDrawn="1"/>
        </p:nvSpPr>
        <p:spPr>
          <a:xfrm flipH="1">
            <a:off x="8779932" y="12701"/>
            <a:ext cx="3412065" cy="6858000"/>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4"/>
          <p:cNvSpPr/>
          <p:nvPr userDrawn="1"/>
        </p:nvSpPr>
        <p:spPr>
          <a:xfrm>
            <a:off x="1909231" y="-8466"/>
            <a:ext cx="10299095" cy="6878711"/>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4643" h="6644225">
                <a:moveTo>
                  <a:pt x="0" y="0"/>
                </a:moveTo>
                <a:lnTo>
                  <a:pt x="12204643" y="11186"/>
                </a:lnTo>
                <a:lnTo>
                  <a:pt x="12204643" y="6644223"/>
                </a:lnTo>
                <a:lnTo>
                  <a:pt x="11159981" y="6644225"/>
                </a:lnTo>
                <a:lnTo>
                  <a:pt x="0" y="0"/>
                </a:lnTo>
                <a:close/>
              </a:path>
            </a:pathLst>
          </a:cu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p:cNvSpPr>
            <a:spLocks noGrp="1"/>
          </p:cNvSpPr>
          <p:nvPr userDrawn="1">
            <p:ph type="title" hasCustomPrompt="1"/>
          </p:nvPr>
        </p:nvSpPr>
        <p:spPr>
          <a:xfrm>
            <a:off x="557561" y="3886200"/>
            <a:ext cx="6952372" cy="1403300"/>
          </a:xfrm>
        </p:spPr>
        <p:txBody>
          <a:bodyPr anchor="ctr">
            <a:normAutofit/>
          </a:bodyPr>
          <a:lstStyle>
            <a:lvl1pPr>
              <a:defRPr sz="4800">
                <a:solidFill>
                  <a:schemeClr val="tx1"/>
                </a:solidFill>
              </a:defRPr>
            </a:lvl1pPr>
          </a:lstStyle>
          <a:p>
            <a:r>
              <a:rPr lang="en-US" dirty="0"/>
              <a:t>Click To Edit Master Title Style</a:t>
            </a:r>
          </a:p>
        </p:txBody>
      </p:sp>
      <p:sp>
        <p:nvSpPr>
          <p:cNvPr id="3" name="Text Placeholder 2"/>
          <p:cNvSpPr>
            <a:spLocks noGrp="1"/>
          </p:cNvSpPr>
          <p:nvPr userDrawn="1">
            <p:ph type="body" idx="1" hasCustomPrompt="1"/>
          </p:nvPr>
        </p:nvSpPr>
        <p:spPr>
          <a:xfrm>
            <a:off x="557560" y="5393267"/>
            <a:ext cx="6960840" cy="986268"/>
          </a:xfrm>
        </p:spPr>
        <p:txBody>
          <a:bodyPr>
            <a:normAutofit/>
          </a:bodyPr>
          <a:lstStyle>
            <a:lvl1pPr marL="0" marR="0" indent="0" algn="l" defTabSz="914400" rtl="0" eaLnBrk="1" fontAlgn="auto" latinLnBrk="0" hangingPunct="1">
              <a:lnSpc>
                <a:spcPct val="90000"/>
              </a:lnSpc>
              <a:spcBef>
                <a:spcPts val="1000"/>
              </a:spcBef>
              <a:spcAft>
                <a:spcPts val="0"/>
              </a:spcAft>
              <a:buClr>
                <a:schemeClr val="accent1"/>
              </a:buClr>
              <a:buSzTx/>
              <a:buFont typeface="Wingdings" panose="05000000000000000000" pitchFamily="2" charset="2"/>
              <a:buNone/>
              <a:tabLst/>
              <a:defRPr sz="2000">
                <a:solidFill>
                  <a:srgbClr val="7F7F7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pic>
        <p:nvPicPr>
          <p:cNvPr id="7" name="Picture 6" descr="CrownWhite.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613757" y="141271"/>
            <a:ext cx="434787" cy="340180"/>
          </a:xfrm>
          <a:prstGeom prst="rect">
            <a:avLst/>
          </a:prstGeom>
        </p:spPr>
      </p:pic>
    </p:spTree>
    <p:extLst>
      <p:ext uri="{BB962C8B-B14F-4D97-AF65-F5344CB8AC3E}">
        <p14:creationId xmlns:p14="http://schemas.microsoft.com/office/powerpoint/2010/main" val="33982180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on Divider - Purple">
    <p:spTree>
      <p:nvGrpSpPr>
        <p:cNvPr id="1" name=""/>
        <p:cNvGrpSpPr/>
        <p:nvPr/>
      </p:nvGrpSpPr>
      <p:grpSpPr>
        <a:xfrm>
          <a:off x="0" y="0"/>
          <a:ext cx="0" cy="0"/>
          <a:chOff x="0" y="0"/>
          <a:chExt cx="0" cy="0"/>
        </a:xfrm>
      </p:grpSpPr>
      <p:sp>
        <p:nvSpPr>
          <p:cNvPr id="19" name="Right Triangle 18"/>
          <p:cNvSpPr/>
          <p:nvPr userDrawn="1"/>
        </p:nvSpPr>
        <p:spPr>
          <a:xfrm flipH="1">
            <a:off x="8779932" y="12701"/>
            <a:ext cx="3412065" cy="6858000"/>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4"/>
          <p:cNvSpPr/>
          <p:nvPr userDrawn="1"/>
        </p:nvSpPr>
        <p:spPr>
          <a:xfrm>
            <a:off x="1909231" y="-8466"/>
            <a:ext cx="10299095" cy="6878711"/>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4643" h="6644225">
                <a:moveTo>
                  <a:pt x="0" y="0"/>
                </a:moveTo>
                <a:lnTo>
                  <a:pt x="12204643" y="11186"/>
                </a:lnTo>
                <a:lnTo>
                  <a:pt x="12204643" y="6644223"/>
                </a:lnTo>
                <a:lnTo>
                  <a:pt x="11159981" y="6644225"/>
                </a:lnTo>
                <a:lnTo>
                  <a:pt x="0" y="0"/>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p:cNvSpPr>
            <a:spLocks noGrp="1"/>
          </p:cNvSpPr>
          <p:nvPr userDrawn="1">
            <p:ph type="title" hasCustomPrompt="1"/>
          </p:nvPr>
        </p:nvSpPr>
        <p:spPr>
          <a:xfrm>
            <a:off x="557561" y="3886200"/>
            <a:ext cx="6952372" cy="1403300"/>
          </a:xfrm>
        </p:spPr>
        <p:txBody>
          <a:bodyPr anchor="ctr">
            <a:normAutofit/>
          </a:bodyPr>
          <a:lstStyle>
            <a:lvl1pPr>
              <a:defRPr sz="4800">
                <a:solidFill>
                  <a:schemeClr val="tx1"/>
                </a:solidFill>
              </a:defRPr>
            </a:lvl1pPr>
          </a:lstStyle>
          <a:p>
            <a:r>
              <a:rPr lang="en-US" dirty="0"/>
              <a:t>Click To Edit Master Title Style</a:t>
            </a:r>
          </a:p>
        </p:txBody>
      </p:sp>
      <p:sp>
        <p:nvSpPr>
          <p:cNvPr id="3" name="Text Placeholder 2"/>
          <p:cNvSpPr>
            <a:spLocks noGrp="1"/>
          </p:cNvSpPr>
          <p:nvPr userDrawn="1">
            <p:ph type="body" idx="1" hasCustomPrompt="1"/>
          </p:nvPr>
        </p:nvSpPr>
        <p:spPr>
          <a:xfrm>
            <a:off x="557560" y="5393267"/>
            <a:ext cx="6960840" cy="986268"/>
          </a:xfrm>
        </p:spPr>
        <p:txBody>
          <a:bodyPr>
            <a:normAutofit/>
          </a:bodyPr>
          <a:lstStyle>
            <a:lvl1pPr marL="0" marR="0" indent="0" algn="l" defTabSz="914400" rtl="0" eaLnBrk="1" fontAlgn="auto" latinLnBrk="0" hangingPunct="1">
              <a:lnSpc>
                <a:spcPct val="90000"/>
              </a:lnSpc>
              <a:spcBef>
                <a:spcPts val="1000"/>
              </a:spcBef>
              <a:spcAft>
                <a:spcPts val="0"/>
              </a:spcAft>
              <a:buClr>
                <a:schemeClr val="accent1"/>
              </a:buClr>
              <a:buSzTx/>
              <a:buFont typeface="Wingdings" panose="05000000000000000000" pitchFamily="2" charset="2"/>
              <a:buNone/>
              <a:tabLst/>
              <a:defRPr sz="2000">
                <a:solidFill>
                  <a:srgbClr val="7F7F7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pic>
        <p:nvPicPr>
          <p:cNvPr id="7" name="Picture 6" descr="CrownWhite.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613757" y="141271"/>
            <a:ext cx="434787" cy="340180"/>
          </a:xfrm>
          <a:prstGeom prst="rect">
            <a:avLst/>
          </a:prstGeom>
        </p:spPr>
      </p:pic>
    </p:spTree>
    <p:extLst>
      <p:ext uri="{BB962C8B-B14F-4D97-AF65-F5344CB8AC3E}">
        <p14:creationId xmlns:p14="http://schemas.microsoft.com/office/powerpoint/2010/main" val="40729297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Section Divider, Photo - Blue">
    <p:spTree>
      <p:nvGrpSpPr>
        <p:cNvPr id="1" name=""/>
        <p:cNvGrpSpPr/>
        <p:nvPr/>
      </p:nvGrpSpPr>
      <p:grpSpPr>
        <a:xfrm>
          <a:off x="0" y="0"/>
          <a:ext cx="0" cy="0"/>
          <a:chOff x="0" y="0"/>
          <a:chExt cx="0" cy="0"/>
        </a:xfrm>
      </p:grpSpPr>
      <p:sp>
        <p:nvSpPr>
          <p:cNvPr id="4" name="Right Triangle 3"/>
          <p:cNvSpPr/>
          <p:nvPr userDrawn="1"/>
        </p:nvSpPr>
        <p:spPr>
          <a:xfrm flipH="1">
            <a:off x="10270066" y="10161"/>
            <a:ext cx="1921930" cy="6858000"/>
          </a:xfrm>
          <a:prstGeom prst="rtTriangl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userDrawn="1"/>
        </p:nvSpPr>
        <p:spPr>
          <a:xfrm>
            <a:off x="8094133" y="-17221"/>
            <a:ext cx="4121813" cy="6878322"/>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 name="connsiteX0" fmla="*/ 0 w 12265108"/>
              <a:gd name="connsiteY0" fmla="*/ 8468 h 6652693"/>
              <a:gd name="connsiteX1" fmla="*/ 12265108 w 12265108"/>
              <a:gd name="connsiteY1" fmla="*/ 0 h 6652693"/>
              <a:gd name="connsiteX2" fmla="*/ 12204643 w 12265108"/>
              <a:gd name="connsiteY2" fmla="*/ 6652691 h 6652693"/>
              <a:gd name="connsiteX3" fmla="*/ 11159981 w 12265108"/>
              <a:gd name="connsiteY3" fmla="*/ 6652693 h 6652693"/>
              <a:gd name="connsiteX4" fmla="*/ 0 w 12265108"/>
              <a:gd name="connsiteY4" fmla="*/ 8468 h 6652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5108" h="6652693">
                <a:moveTo>
                  <a:pt x="0" y="8468"/>
                </a:moveTo>
                <a:lnTo>
                  <a:pt x="12265108" y="0"/>
                </a:lnTo>
                <a:lnTo>
                  <a:pt x="12204643" y="6652691"/>
                </a:lnTo>
                <a:lnTo>
                  <a:pt x="11159981" y="6652693"/>
                </a:lnTo>
                <a:lnTo>
                  <a:pt x="0" y="8468"/>
                </a:lnTo>
                <a:close/>
              </a:path>
            </a:pathLst>
          </a:cu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itle 1"/>
          <p:cNvSpPr>
            <a:spLocks noGrp="1"/>
          </p:cNvSpPr>
          <p:nvPr>
            <p:ph type="title" hasCustomPrompt="1"/>
          </p:nvPr>
        </p:nvSpPr>
        <p:spPr>
          <a:xfrm>
            <a:off x="557561" y="3886200"/>
            <a:ext cx="6952372" cy="1403300"/>
          </a:xfrm>
        </p:spPr>
        <p:txBody>
          <a:bodyPr anchor="ctr">
            <a:normAutofit/>
          </a:bodyPr>
          <a:lstStyle>
            <a:lvl1pPr>
              <a:defRPr sz="4800">
                <a:solidFill>
                  <a:schemeClr val="tx1"/>
                </a:solidFill>
              </a:defRPr>
            </a:lvl1pPr>
          </a:lstStyle>
          <a:p>
            <a:r>
              <a:rPr lang="en-US" dirty="0"/>
              <a:t>Click To Edit Master Title Style</a:t>
            </a:r>
          </a:p>
        </p:txBody>
      </p:sp>
      <p:sp>
        <p:nvSpPr>
          <p:cNvPr id="7" name="Text Placeholder 2"/>
          <p:cNvSpPr>
            <a:spLocks noGrp="1"/>
          </p:cNvSpPr>
          <p:nvPr>
            <p:ph type="body" idx="1"/>
          </p:nvPr>
        </p:nvSpPr>
        <p:spPr>
          <a:xfrm>
            <a:off x="557560" y="5393267"/>
            <a:ext cx="6960840" cy="986268"/>
          </a:xfrm>
        </p:spPr>
        <p:txBody>
          <a:bodyPr>
            <a:normAutofit/>
          </a:bodyPr>
          <a:lstStyle>
            <a:lvl1pPr marL="0" indent="0">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Picture Placeholder 9"/>
          <p:cNvSpPr>
            <a:spLocks noGrp="1"/>
          </p:cNvSpPr>
          <p:nvPr>
            <p:ph type="pic" sz="quarter" idx="10"/>
          </p:nvPr>
        </p:nvSpPr>
        <p:spPr>
          <a:xfrm>
            <a:off x="550863" y="355600"/>
            <a:ext cx="6959600" cy="3268663"/>
          </a:xfrm>
        </p:spPr>
        <p:txBody>
          <a:bodyPr/>
          <a:lstStyle/>
          <a:p>
            <a:r>
              <a:rPr lang="en-US"/>
              <a:t>Drag picture to placeholder or click icon to add</a:t>
            </a:r>
          </a:p>
        </p:txBody>
      </p:sp>
      <p:pic>
        <p:nvPicPr>
          <p:cNvPr id="9" name="Picture 8" descr="CrownWhite.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613757" y="141271"/>
            <a:ext cx="434787" cy="340180"/>
          </a:xfrm>
          <a:prstGeom prst="rect">
            <a:avLst/>
          </a:prstGeom>
        </p:spPr>
      </p:pic>
    </p:spTree>
    <p:extLst>
      <p:ext uri="{BB962C8B-B14F-4D97-AF65-F5344CB8AC3E}">
        <p14:creationId xmlns:p14="http://schemas.microsoft.com/office/powerpoint/2010/main" val="40762403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Section Divider, Photo - Light Blue">
    <p:spTree>
      <p:nvGrpSpPr>
        <p:cNvPr id="1" name=""/>
        <p:cNvGrpSpPr/>
        <p:nvPr/>
      </p:nvGrpSpPr>
      <p:grpSpPr>
        <a:xfrm>
          <a:off x="0" y="0"/>
          <a:ext cx="0" cy="0"/>
          <a:chOff x="0" y="0"/>
          <a:chExt cx="0" cy="0"/>
        </a:xfrm>
      </p:grpSpPr>
      <p:sp>
        <p:nvSpPr>
          <p:cNvPr id="4" name="Right Triangle 3"/>
          <p:cNvSpPr/>
          <p:nvPr userDrawn="1"/>
        </p:nvSpPr>
        <p:spPr>
          <a:xfrm flipH="1">
            <a:off x="10270066" y="10161"/>
            <a:ext cx="1921930" cy="6858000"/>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userDrawn="1"/>
        </p:nvSpPr>
        <p:spPr>
          <a:xfrm>
            <a:off x="8094133" y="-17221"/>
            <a:ext cx="4121813" cy="6878322"/>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 name="connsiteX0" fmla="*/ 0 w 12265108"/>
              <a:gd name="connsiteY0" fmla="*/ 8468 h 6652693"/>
              <a:gd name="connsiteX1" fmla="*/ 12265108 w 12265108"/>
              <a:gd name="connsiteY1" fmla="*/ 0 h 6652693"/>
              <a:gd name="connsiteX2" fmla="*/ 12204643 w 12265108"/>
              <a:gd name="connsiteY2" fmla="*/ 6652691 h 6652693"/>
              <a:gd name="connsiteX3" fmla="*/ 11159981 w 12265108"/>
              <a:gd name="connsiteY3" fmla="*/ 6652693 h 6652693"/>
              <a:gd name="connsiteX4" fmla="*/ 0 w 12265108"/>
              <a:gd name="connsiteY4" fmla="*/ 8468 h 6652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5108" h="6652693">
                <a:moveTo>
                  <a:pt x="0" y="8468"/>
                </a:moveTo>
                <a:lnTo>
                  <a:pt x="12265108" y="0"/>
                </a:lnTo>
                <a:lnTo>
                  <a:pt x="12204643" y="6652691"/>
                </a:lnTo>
                <a:lnTo>
                  <a:pt x="11159981" y="6652693"/>
                </a:lnTo>
                <a:lnTo>
                  <a:pt x="0" y="8468"/>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itle 1"/>
          <p:cNvSpPr>
            <a:spLocks noGrp="1"/>
          </p:cNvSpPr>
          <p:nvPr>
            <p:ph type="title" hasCustomPrompt="1"/>
          </p:nvPr>
        </p:nvSpPr>
        <p:spPr>
          <a:xfrm>
            <a:off x="557561" y="3886200"/>
            <a:ext cx="6952372" cy="1403300"/>
          </a:xfrm>
        </p:spPr>
        <p:txBody>
          <a:bodyPr anchor="ctr">
            <a:normAutofit/>
          </a:bodyPr>
          <a:lstStyle>
            <a:lvl1pPr>
              <a:defRPr sz="4800">
                <a:solidFill>
                  <a:schemeClr val="tx1"/>
                </a:solidFill>
              </a:defRPr>
            </a:lvl1pPr>
          </a:lstStyle>
          <a:p>
            <a:r>
              <a:rPr lang="en-US" dirty="0"/>
              <a:t>Click To Edit Master Title Style</a:t>
            </a:r>
          </a:p>
        </p:txBody>
      </p:sp>
      <p:sp>
        <p:nvSpPr>
          <p:cNvPr id="7" name="Text Placeholder 2"/>
          <p:cNvSpPr>
            <a:spLocks noGrp="1"/>
          </p:cNvSpPr>
          <p:nvPr>
            <p:ph type="body" idx="1"/>
          </p:nvPr>
        </p:nvSpPr>
        <p:spPr>
          <a:xfrm>
            <a:off x="557560" y="5393267"/>
            <a:ext cx="6960840" cy="986268"/>
          </a:xfrm>
        </p:spPr>
        <p:txBody>
          <a:bodyPr>
            <a:normAutofit/>
          </a:bodyPr>
          <a:lstStyle>
            <a:lvl1pPr marL="0" indent="0">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Picture Placeholder 9"/>
          <p:cNvSpPr>
            <a:spLocks noGrp="1"/>
          </p:cNvSpPr>
          <p:nvPr>
            <p:ph type="pic" sz="quarter" idx="10"/>
          </p:nvPr>
        </p:nvSpPr>
        <p:spPr>
          <a:xfrm>
            <a:off x="550863" y="355600"/>
            <a:ext cx="6959600" cy="3268663"/>
          </a:xfrm>
        </p:spPr>
        <p:txBody>
          <a:bodyPr/>
          <a:lstStyle/>
          <a:p>
            <a:r>
              <a:rPr lang="en-US"/>
              <a:t>Drag picture to placeholder or click icon to add</a:t>
            </a:r>
          </a:p>
        </p:txBody>
      </p:sp>
      <p:pic>
        <p:nvPicPr>
          <p:cNvPr id="9" name="Picture 8" descr="CrownWhite.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613757" y="141271"/>
            <a:ext cx="434787" cy="340180"/>
          </a:xfrm>
          <a:prstGeom prst="rect">
            <a:avLst/>
          </a:prstGeom>
        </p:spPr>
      </p:pic>
    </p:spTree>
    <p:extLst>
      <p:ext uri="{BB962C8B-B14F-4D97-AF65-F5344CB8AC3E}">
        <p14:creationId xmlns:p14="http://schemas.microsoft.com/office/powerpoint/2010/main" val="23385304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Section Divider, Photo - Aqua">
    <p:spTree>
      <p:nvGrpSpPr>
        <p:cNvPr id="1" name=""/>
        <p:cNvGrpSpPr/>
        <p:nvPr/>
      </p:nvGrpSpPr>
      <p:grpSpPr>
        <a:xfrm>
          <a:off x="0" y="0"/>
          <a:ext cx="0" cy="0"/>
          <a:chOff x="0" y="0"/>
          <a:chExt cx="0" cy="0"/>
        </a:xfrm>
      </p:grpSpPr>
      <p:sp>
        <p:nvSpPr>
          <p:cNvPr id="4" name="Right Triangle 3"/>
          <p:cNvSpPr/>
          <p:nvPr userDrawn="1"/>
        </p:nvSpPr>
        <p:spPr>
          <a:xfrm flipH="1">
            <a:off x="10270066" y="10161"/>
            <a:ext cx="1921930" cy="6858000"/>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userDrawn="1"/>
        </p:nvSpPr>
        <p:spPr>
          <a:xfrm>
            <a:off x="8094133" y="-17221"/>
            <a:ext cx="4121813" cy="6878322"/>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 name="connsiteX0" fmla="*/ 0 w 12265108"/>
              <a:gd name="connsiteY0" fmla="*/ 8468 h 6652693"/>
              <a:gd name="connsiteX1" fmla="*/ 12265108 w 12265108"/>
              <a:gd name="connsiteY1" fmla="*/ 0 h 6652693"/>
              <a:gd name="connsiteX2" fmla="*/ 12204643 w 12265108"/>
              <a:gd name="connsiteY2" fmla="*/ 6652691 h 6652693"/>
              <a:gd name="connsiteX3" fmla="*/ 11159981 w 12265108"/>
              <a:gd name="connsiteY3" fmla="*/ 6652693 h 6652693"/>
              <a:gd name="connsiteX4" fmla="*/ 0 w 12265108"/>
              <a:gd name="connsiteY4" fmla="*/ 8468 h 6652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5108" h="6652693">
                <a:moveTo>
                  <a:pt x="0" y="8468"/>
                </a:moveTo>
                <a:lnTo>
                  <a:pt x="12265108" y="0"/>
                </a:lnTo>
                <a:lnTo>
                  <a:pt x="12204643" y="6652691"/>
                </a:lnTo>
                <a:lnTo>
                  <a:pt x="11159981" y="6652693"/>
                </a:lnTo>
                <a:lnTo>
                  <a:pt x="0" y="8468"/>
                </a:lnTo>
                <a:close/>
              </a:path>
            </a:pathLst>
          </a:cu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itle 1"/>
          <p:cNvSpPr>
            <a:spLocks noGrp="1"/>
          </p:cNvSpPr>
          <p:nvPr>
            <p:ph type="title" hasCustomPrompt="1"/>
          </p:nvPr>
        </p:nvSpPr>
        <p:spPr>
          <a:xfrm>
            <a:off x="557561" y="3886200"/>
            <a:ext cx="6952372" cy="1403300"/>
          </a:xfrm>
        </p:spPr>
        <p:txBody>
          <a:bodyPr anchor="ctr">
            <a:normAutofit/>
          </a:bodyPr>
          <a:lstStyle>
            <a:lvl1pPr>
              <a:defRPr sz="4800">
                <a:solidFill>
                  <a:schemeClr val="tx1"/>
                </a:solidFill>
              </a:defRPr>
            </a:lvl1pPr>
          </a:lstStyle>
          <a:p>
            <a:r>
              <a:rPr lang="en-US" dirty="0"/>
              <a:t>Click To Edit Master Title Style</a:t>
            </a:r>
          </a:p>
        </p:txBody>
      </p:sp>
      <p:sp>
        <p:nvSpPr>
          <p:cNvPr id="7" name="Text Placeholder 2"/>
          <p:cNvSpPr>
            <a:spLocks noGrp="1"/>
          </p:cNvSpPr>
          <p:nvPr>
            <p:ph type="body" idx="1"/>
          </p:nvPr>
        </p:nvSpPr>
        <p:spPr>
          <a:xfrm>
            <a:off x="557560" y="5393267"/>
            <a:ext cx="6960840" cy="986268"/>
          </a:xfrm>
        </p:spPr>
        <p:txBody>
          <a:bodyPr>
            <a:normAutofit/>
          </a:bodyPr>
          <a:lstStyle>
            <a:lvl1pPr marL="0" indent="0">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Picture Placeholder 9"/>
          <p:cNvSpPr>
            <a:spLocks noGrp="1"/>
          </p:cNvSpPr>
          <p:nvPr>
            <p:ph type="pic" sz="quarter" idx="10"/>
          </p:nvPr>
        </p:nvSpPr>
        <p:spPr>
          <a:xfrm>
            <a:off x="550863" y="355600"/>
            <a:ext cx="6959600" cy="3268663"/>
          </a:xfrm>
        </p:spPr>
        <p:txBody>
          <a:bodyPr/>
          <a:lstStyle/>
          <a:p>
            <a:r>
              <a:rPr lang="en-US"/>
              <a:t>Drag picture to placeholder or click icon to add</a:t>
            </a:r>
          </a:p>
        </p:txBody>
      </p:sp>
      <p:pic>
        <p:nvPicPr>
          <p:cNvPr id="9" name="Picture 8" descr="CrownWhite.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613757" y="141271"/>
            <a:ext cx="434787" cy="340180"/>
          </a:xfrm>
          <a:prstGeom prst="rect">
            <a:avLst/>
          </a:prstGeom>
        </p:spPr>
      </p:pic>
    </p:spTree>
    <p:extLst>
      <p:ext uri="{BB962C8B-B14F-4D97-AF65-F5344CB8AC3E}">
        <p14:creationId xmlns:p14="http://schemas.microsoft.com/office/powerpoint/2010/main" val="18586718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ection Divider, Photo - Green">
    <p:spTree>
      <p:nvGrpSpPr>
        <p:cNvPr id="1" name=""/>
        <p:cNvGrpSpPr/>
        <p:nvPr/>
      </p:nvGrpSpPr>
      <p:grpSpPr>
        <a:xfrm>
          <a:off x="0" y="0"/>
          <a:ext cx="0" cy="0"/>
          <a:chOff x="0" y="0"/>
          <a:chExt cx="0" cy="0"/>
        </a:xfrm>
      </p:grpSpPr>
      <p:sp>
        <p:nvSpPr>
          <p:cNvPr id="4" name="Right Triangle 3"/>
          <p:cNvSpPr/>
          <p:nvPr userDrawn="1"/>
        </p:nvSpPr>
        <p:spPr>
          <a:xfrm flipH="1">
            <a:off x="10270066" y="10161"/>
            <a:ext cx="1921930" cy="6858000"/>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userDrawn="1"/>
        </p:nvSpPr>
        <p:spPr>
          <a:xfrm>
            <a:off x="8094133" y="-17221"/>
            <a:ext cx="4121813" cy="6878322"/>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 name="connsiteX0" fmla="*/ 0 w 12265108"/>
              <a:gd name="connsiteY0" fmla="*/ 8468 h 6652693"/>
              <a:gd name="connsiteX1" fmla="*/ 12265108 w 12265108"/>
              <a:gd name="connsiteY1" fmla="*/ 0 h 6652693"/>
              <a:gd name="connsiteX2" fmla="*/ 12204643 w 12265108"/>
              <a:gd name="connsiteY2" fmla="*/ 6652691 h 6652693"/>
              <a:gd name="connsiteX3" fmla="*/ 11159981 w 12265108"/>
              <a:gd name="connsiteY3" fmla="*/ 6652693 h 6652693"/>
              <a:gd name="connsiteX4" fmla="*/ 0 w 12265108"/>
              <a:gd name="connsiteY4" fmla="*/ 8468 h 6652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5108" h="6652693">
                <a:moveTo>
                  <a:pt x="0" y="8468"/>
                </a:moveTo>
                <a:lnTo>
                  <a:pt x="12265108" y="0"/>
                </a:lnTo>
                <a:lnTo>
                  <a:pt x="12204643" y="6652691"/>
                </a:lnTo>
                <a:lnTo>
                  <a:pt x="11159981" y="6652693"/>
                </a:lnTo>
                <a:lnTo>
                  <a:pt x="0" y="8468"/>
                </a:lnTo>
                <a:close/>
              </a:path>
            </a:pathLst>
          </a:cu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itle 1"/>
          <p:cNvSpPr>
            <a:spLocks noGrp="1"/>
          </p:cNvSpPr>
          <p:nvPr>
            <p:ph type="title" hasCustomPrompt="1"/>
          </p:nvPr>
        </p:nvSpPr>
        <p:spPr>
          <a:xfrm>
            <a:off x="557561" y="3886200"/>
            <a:ext cx="6952372" cy="1403300"/>
          </a:xfrm>
        </p:spPr>
        <p:txBody>
          <a:bodyPr anchor="ctr">
            <a:normAutofit/>
          </a:bodyPr>
          <a:lstStyle>
            <a:lvl1pPr>
              <a:defRPr sz="4800">
                <a:solidFill>
                  <a:schemeClr val="tx1"/>
                </a:solidFill>
              </a:defRPr>
            </a:lvl1pPr>
          </a:lstStyle>
          <a:p>
            <a:r>
              <a:rPr lang="en-US" dirty="0"/>
              <a:t>Click To Edit Master Title Style</a:t>
            </a:r>
          </a:p>
        </p:txBody>
      </p:sp>
      <p:sp>
        <p:nvSpPr>
          <p:cNvPr id="7" name="Text Placeholder 2"/>
          <p:cNvSpPr>
            <a:spLocks noGrp="1"/>
          </p:cNvSpPr>
          <p:nvPr>
            <p:ph type="body" idx="1"/>
          </p:nvPr>
        </p:nvSpPr>
        <p:spPr>
          <a:xfrm>
            <a:off x="557560" y="5393267"/>
            <a:ext cx="6960840" cy="986268"/>
          </a:xfrm>
        </p:spPr>
        <p:txBody>
          <a:bodyPr>
            <a:normAutofit/>
          </a:bodyPr>
          <a:lstStyle>
            <a:lvl1pPr marL="0" indent="0">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Picture Placeholder 9"/>
          <p:cNvSpPr>
            <a:spLocks noGrp="1"/>
          </p:cNvSpPr>
          <p:nvPr>
            <p:ph type="pic" sz="quarter" idx="10"/>
          </p:nvPr>
        </p:nvSpPr>
        <p:spPr>
          <a:xfrm>
            <a:off x="550863" y="355600"/>
            <a:ext cx="6959600" cy="3268663"/>
          </a:xfrm>
        </p:spPr>
        <p:txBody>
          <a:bodyPr/>
          <a:lstStyle/>
          <a:p>
            <a:r>
              <a:rPr lang="en-US"/>
              <a:t>Drag picture to placeholder or click icon to add</a:t>
            </a:r>
          </a:p>
        </p:txBody>
      </p:sp>
      <p:pic>
        <p:nvPicPr>
          <p:cNvPr id="9" name="Picture 8" descr="CrownWhite.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613757" y="141271"/>
            <a:ext cx="434787" cy="340180"/>
          </a:xfrm>
          <a:prstGeom prst="rect">
            <a:avLst/>
          </a:prstGeom>
        </p:spPr>
      </p:pic>
    </p:spTree>
    <p:extLst>
      <p:ext uri="{BB962C8B-B14F-4D97-AF65-F5344CB8AC3E}">
        <p14:creationId xmlns:p14="http://schemas.microsoft.com/office/powerpoint/2010/main" val="11938321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ection Divider, Photo - Orange">
    <p:spTree>
      <p:nvGrpSpPr>
        <p:cNvPr id="1" name=""/>
        <p:cNvGrpSpPr/>
        <p:nvPr/>
      </p:nvGrpSpPr>
      <p:grpSpPr>
        <a:xfrm>
          <a:off x="0" y="0"/>
          <a:ext cx="0" cy="0"/>
          <a:chOff x="0" y="0"/>
          <a:chExt cx="0" cy="0"/>
        </a:xfrm>
      </p:grpSpPr>
      <p:sp>
        <p:nvSpPr>
          <p:cNvPr id="4" name="Right Triangle 3"/>
          <p:cNvSpPr/>
          <p:nvPr userDrawn="1"/>
        </p:nvSpPr>
        <p:spPr>
          <a:xfrm flipH="1">
            <a:off x="10270066" y="10161"/>
            <a:ext cx="1921930" cy="6858000"/>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userDrawn="1"/>
        </p:nvSpPr>
        <p:spPr>
          <a:xfrm>
            <a:off x="8094133" y="-17221"/>
            <a:ext cx="4121813" cy="6878322"/>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 name="connsiteX0" fmla="*/ 0 w 12265108"/>
              <a:gd name="connsiteY0" fmla="*/ 8468 h 6652693"/>
              <a:gd name="connsiteX1" fmla="*/ 12265108 w 12265108"/>
              <a:gd name="connsiteY1" fmla="*/ 0 h 6652693"/>
              <a:gd name="connsiteX2" fmla="*/ 12204643 w 12265108"/>
              <a:gd name="connsiteY2" fmla="*/ 6652691 h 6652693"/>
              <a:gd name="connsiteX3" fmla="*/ 11159981 w 12265108"/>
              <a:gd name="connsiteY3" fmla="*/ 6652693 h 6652693"/>
              <a:gd name="connsiteX4" fmla="*/ 0 w 12265108"/>
              <a:gd name="connsiteY4" fmla="*/ 8468 h 6652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5108" h="6652693">
                <a:moveTo>
                  <a:pt x="0" y="8468"/>
                </a:moveTo>
                <a:lnTo>
                  <a:pt x="12265108" y="0"/>
                </a:lnTo>
                <a:lnTo>
                  <a:pt x="12204643" y="6652691"/>
                </a:lnTo>
                <a:lnTo>
                  <a:pt x="11159981" y="6652693"/>
                </a:lnTo>
                <a:lnTo>
                  <a:pt x="0" y="8468"/>
                </a:lnTo>
                <a:close/>
              </a:path>
            </a:pathLst>
          </a:cu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itle 1"/>
          <p:cNvSpPr>
            <a:spLocks noGrp="1"/>
          </p:cNvSpPr>
          <p:nvPr>
            <p:ph type="title" hasCustomPrompt="1"/>
          </p:nvPr>
        </p:nvSpPr>
        <p:spPr>
          <a:xfrm>
            <a:off x="557561" y="3886200"/>
            <a:ext cx="6952372" cy="1403300"/>
          </a:xfrm>
        </p:spPr>
        <p:txBody>
          <a:bodyPr anchor="ctr">
            <a:normAutofit/>
          </a:bodyPr>
          <a:lstStyle>
            <a:lvl1pPr>
              <a:defRPr sz="4800">
                <a:solidFill>
                  <a:schemeClr val="tx1"/>
                </a:solidFill>
              </a:defRPr>
            </a:lvl1pPr>
          </a:lstStyle>
          <a:p>
            <a:r>
              <a:rPr lang="en-US" dirty="0"/>
              <a:t>Click To Edit Master Title Style</a:t>
            </a:r>
          </a:p>
        </p:txBody>
      </p:sp>
      <p:sp>
        <p:nvSpPr>
          <p:cNvPr id="7" name="Text Placeholder 2"/>
          <p:cNvSpPr>
            <a:spLocks noGrp="1"/>
          </p:cNvSpPr>
          <p:nvPr>
            <p:ph type="body" idx="1"/>
          </p:nvPr>
        </p:nvSpPr>
        <p:spPr>
          <a:xfrm>
            <a:off x="557560" y="5393267"/>
            <a:ext cx="6960840" cy="986268"/>
          </a:xfrm>
        </p:spPr>
        <p:txBody>
          <a:bodyPr>
            <a:normAutofit/>
          </a:bodyPr>
          <a:lstStyle>
            <a:lvl1pPr marL="0" indent="0">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Picture Placeholder 9"/>
          <p:cNvSpPr>
            <a:spLocks noGrp="1"/>
          </p:cNvSpPr>
          <p:nvPr>
            <p:ph type="pic" sz="quarter" idx="10"/>
          </p:nvPr>
        </p:nvSpPr>
        <p:spPr>
          <a:xfrm>
            <a:off x="550863" y="355600"/>
            <a:ext cx="6959600" cy="3268663"/>
          </a:xfrm>
        </p:spPr>
        <p:txBody>
          <a:bodyPr/>
          <a:lstStyle/>
          <a:p>
            <a:r>
              <a:rPr lang="en-US"/>
              <a:t>Drag picture to placeholder or click icon to add</a:t>
            </a:r>
          </a:p>
        </p:txBody>
      </p:sp>
      <p:pic>
        <p:nvPicPr>
          <p:cNvPr id="9" name="Picture 8" descr="CrownWhite.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613757" y="141271"/>
            <a:ext cx="434787" cy="340180"/>
          </a:xfrm>
          <a:prstGeom prst="rect">
            <a:avLst/>
          </a:prstGeom>
        </p:spPr>
      </p:pic>
    </p:spTree>
    <p:extLst>
      <p:ext uri="{BB962C8B-B14F-4D97-AF65-F5344CB8AC3E}">
        <p14:creationId xmlns:p14="http://schemas.microsoft.com/office/powerpoint/2010/main" val="19050263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ection Divider, Photo - Purple">
    <p:spTree>
      <p:nvGrpSpPr>
        <p:cNvPr id="1" name=""/>
        <p:cNvGrpSpPr/>
        <p:nvPr/>
      </p:nvGrpSpPr>
      <p:grpSpPr>
        <a:xfrm>
          <a:off x="0" y="0"/>
          <a:ext cx="0" cy="0"/>
          <a:chOff x="0" y="0"/>
          <a:chExt cx="0" cy="0"/>
        </a:xfrm>
      </p:grpSpPr>
      <p:sp>
        <p:nvSpPr>
          <p:cNvPr id="4" name="Right Triangle 3"/>
          <p:cNvSpPr/>
          <p:nvPr userDrawn="1"/>
        </p:nvSpPr>
        <p:spPr>
          <a:xfrm flipH="1">
            <a:off x="10270066" y="10161"/>
            <a:ext cx="1921930" cy="6858000"/>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userDrawn="1"/>
        </p:nvSpPr>
        <p:spPr>
          <a:xfrm>
            <a:off x="8094133" y="-17221"/>
            <a:ext cx="4121813" cy="6878322"/>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 name="connsiteX0" fmla="*/ 0 w 12265108"/>
              <a:gd name="connsiteY0" fmla="*/ 8468 h 6652693"/>
              <a:gd name="connsiteX1" fmla="*/ 12265108 w 12265108"/>
              <a:gd name="connsiteY1" fmla="*/ 0 h 6652693"/>
              <a:gd name="connsiteX2" fmla="*/ 12204643 w 12265108"/>
              <a:gd name="connsiteY2" fmla="*/ 6652691 h 6652693"/>
              <a:gd name="connsiteX3" fmla="*/ 11159981 w 12265108"/>
              <a:gd name="connsiteY3" fmla="*/ 6652693 h 6652693"/>
              <a:gd name="connsiteX4" fmla="*/ 0 w 12265108"/>
              <a:gd name="connsiteY4" fmla="*/ 8468 h 6652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5108" h="6652693">
                <a:moveTo>
                  <a:pt x="0" y="8468"/>
                </a:moveTo>
                <a:lnTo>
                  <a:pt x="12265108" y="0"/>
                </a:lnTo>
                <a:lnTo>
                  <a:pt x="12204643" y="6652691"/>
                </a:lnTo>
                <a:lnTo>
                  <a:pt x="11159981" y="6652693"/>
                </a:lnTo>
                <a:lnTo>
                  <a:pt x="0" y="8468"/>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itle 1"/>
          <p:cNvSpPr>
            <a:spLocks noGrp="1"/>
          </p:cNvSpPr>
          <p:nvPr>
            <p:ph type="title" hasCustomPrompt="1"/>
          </p:nvPr>
        </p:nvSpPr>
        <p:spPr>
          <a:xfrm>
            <a:off x="557561" y="3886200"/>
            <a:ext cx="6952372" cy="1403300"/>
          </a:xfrm>
        </p:spPr>
        <p:txBody>
          <a:bodyPr anchor="ctr">
            <a:normAutofit/>
          </a:bodyPr>
          <a:lstStyle>
            <a:lvl1pPr>
              <a:defRPr sz="4800">
                <a:solidFill>
                  <a:schemeClr val="tx1"/>
                </a:solidFill>
              </a:defRPr>
            </a:lvl1pPr>
          </a:lstStyle>
          <a:p>
            <a:r>
              <a:rPr lang="en-US" dirty="0"/>
              <a:t>Click To Edit Master Title Style</a:t>
            </a:r>
          </a:p>
        </p:txBody>
      </p:sp>
      <p:sp>
        <p:nvSpPr>
          <p:cNvPr id="7" name="Text Placeholder 2"/>
          <p:cNvSpPr>
            <a:spLocks noGrp="1"/>
          </p:cNvSpPr>
          <p:nvPr>
            <p:ph type="body" idx="1"/>
          </p:nvPr>
        </p:nvSpPr>
        <p:spPr>
          <a:xfrm>
            <a:off x="557560" y="5393267"/>
            <a:ext cx="6960840" cy="986268"/>
          </a:xfrm>
        </p:spPr>
        <p:txBody>
          <a:bodyPr>
            <a:normAutofit/>
          </a:bodyPr>
          <a:lstStyle>
            <a:lvl1pPr marL="0" indent="0">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Picture Placeholder 9"/>
          <p:cNvSpPr>
            <a:spLocks noGrp="1"/>
          </p:cNvSpPr>
          <p:nvPr>
            <p:ph type="pic" sz="quarter" idx="10"/>
          </p:nvPr>
        </p:nvSpPr>
        <p:spPr>
          <a:xfrm>
            <a:off x="550863" y="355600"/>
            <a:ext cx="6959600" cy="3268663"/>
          </a:xfrm>
        </p:spPr>
        <p:txBody>
          <a:bodyPr/>
          <a:lstStyle/>
          <a:p>
            <a:r>
              <a:rPr lang="en-US"/>
              <a:t>Drag picture to placeholder or click icon to add</a:t>
            </a:r>
          </a:p>
        </p:txBody>
      </p:sp>
      <p:pic>
        <p:nvPicPr>
          <p:cNvPr id="9" name="Picture 8" descr="CrownWhite.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613757" y="141271"/>
            <a:ext cx="434787" cy="340180"/>
          </a:xfrm>
          <a:prstGeom prst="rect">
            <a:avLst/>
          </a:prstGeom>
        </p:spPr>
      </p:pic>
    </p:spTree>
    <p:extLst>
      <p:ext uri="{BB962C8B-B14F-4D97-AF65-F5344CB8AC3E}">
        <p14:creationId xmlns:p14="http://schemas.microsoft.com/office/powerpoint/2010/main" val="22652404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Large Photo and Content - Light Blue">
    <p:spTree>
      <p:nvGrpSpPr>
        <p:cNvPr id="1" name=""/>
        <p:cNvGrpSpPr/>
        <p:nvPr/>
      </p:nvGrpSpPr>
      <p:grpSpPr>
        <a:xfrm>
          <a:off x="0" y="0"/>
          <a:ext cx="0" cy="0"/>
          <a:chOff x="0" y="0"/>
          <a:chExt cx="0" cy="0"/>
        </a:xfrm>
      </p:grpSpPr>
      <p:sp>
        <p:nvSpPr>
          <p:cNvPr id="4" name="Picture Placeholder 11"/>
          <p:cNvSpPr>
            <a:spLocks noGrp="1"/>
          </p:cNvSpPr>
          <p:nvPr>
            <p:ph type="pic" sz="quarter" idx="12"/>
          </p:nvPr>
        </p:nvSpPr>
        <p:spPr>
          <a:xfrm>
            <a:off x="436880" y="1544320"/>
            <a:ext cx="6370320" cy="4643120"/>
          </a:xfrm>
        </p:spPr>
        <p:txBody>
          <a:bodyPr/>
          <a:lstStyle/>
          <a:p>
            <a:r>
              <a:rPr lang="en-US"/>
              <a:t>Drag picture to placeholder or click icon to add</a:t>
            </a:r>
            <a:endParaRPr lang="en-US" dirty="0"/>
          </a:p>
        </p:txBody>
      </p:sp>
      <p:sp>
        <p:nvSpPr>
          <p:cNvPr id="5" name="Right Triangle 4"/>
          <p:cNvSpPr/>
          <p:nvPr userDrawn="1"/>
        </p:nvSpPr>
        <p:spPr>
          <a:xfrm flipH="1">
            <a:off x="10576560" y="487680"/>
            <a:ext cx="1615440" cy="6380480"/>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4"/>
          <p:cNvSpPr/>
          <p:nvPr userDrawn="1"/>
        </p:nvSpPr>
        <p:spPr>
          <a:xfrm>
            <a:off x="9387840" y="-10160"/>
            <a:ext cx="2814320" cy="6898643"/>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 name="connsiteX0" fmla="*/ 0 w 12265108"/>
              <a:gd name="connsiteY0" fmla="*/ 8468 h 6652693"/>
              <a:gd name="connsiteX1" fmla="*/ 12265108 w 12265108"/>
              <a:gd name="connsiteY1" fmla="*/ 0 h 6652693"/>
              <a:gd name="connsiteX2" fmla="*/ 12204643 w 12265108"/>
              <a:gd name="connsiteY2" fmla="*/ 6652691 h 6652693"/>
              <a:gd name="connsiteX3" fmla="*/ 11159981 w 12265108"/>
              <a:gd name="connsiteY3" fmla="*/ 6652693 h 6652693"/>
              <a:gd name="connsiteX4" fmla="*/ 0 w 12265108"/>
              <a:gd name="connsiteY4" fmla="*/ 8468 h 6652693"/>
              <a:gd name="connsiteX0" fmla="*/ 0 w 12295341"/>
              <a:gd name="connsiteY0" fmla="*/ 8468 h 6672345"/>
              <a:gd name="connsiteX1" fmla="*/ 12265108 w 12295341"/>
              <a:gd name="connsiteY1" fmla="*/ 0 h 6672345"/>
              <a:gd name="connsiteX2" fmla="*/ 12295341 w 12295341"/>
              <a:gd name="connsiteY2" fmla="*/ 6672345 h 6672345"/>
              <a:gd name="connsiteX3" fmla="*/ 11159981 w 12295341"/>
              <a:gd name="connsiteY3" fmla="*/ 6652693 h 6672345"/>
              <a:gd name="connsiteX4" fmla="*/ 0 w 12295341"/>
              <a:gd name="connsiteY4" fmla="*/ 8468 h 6672345"/>
              <a:gd name="connsiteX0" fmla="*/ 0 w 12295341"/>
              <a:gd name="connsiteY0" fmla="*/ 8468 h 6662518"/>
              <a:gd name="connsiteX1" fmla="*/ 12265108 w 12295341"/>
              <a:gd name="connsiteY1" fmla="*/ 0 h 6662518"/>
              <a:gd name="connsiteX2" fmla="*/ 12295341 w 12295341"/>
              <a:gd name="connsiteY2" fmla="*/ 6662518 h 6662518"/>
              <a:gd name="connsiteX3" fmla="*/ 11159981 w 12295341"/>
              <a:gd name="connsiteY3" fmla="*/ 6652693 h 6662518"/>
              <a:gd name="connsiteX4" fmla="*/ 0 w 12295341"/>
              <a:gd name="connsiteY4" fmla="*/ 8468 h 6662518"/>
              <a:gd name="connsiteX0" fmla="*/ 0 w 12295341"/>
              <a:gd name="connsiteY0" fmla="*/ 8468 h 6662518"/>
              <a:gd name="connsiteX1" fmla="*/ 12265108 w 12295341"/>
              <a:gd name="connsiteY1" fmla="*/ 0 h 6662518"/>
              <a:gd name="connsiteX2" fmla="*/ 12295341 w 12295341"/>
              <a:gd name="connsiteY2" fmla="*/ 6662518 h 6662518"/>
              <a:gd name="connsiteX3" fmla="*/ 11129749 w 12295341"/>
              <a:gd name="connsiteY3" fmla="*/ 6652693 h 6662518"/>
              <a:gd name="connsiteX4" fmla="*/ 0 w 12295341"/>
              <a:gd name="connsiteY4" fmla="*/ 8468 h 6662518"/>
              <a:gd name="connsiteX0" fmla="*/ 0 w 12295341"/>
              <a:gd name="connsiteY0" fmla="*/ 8468 h 6672347"/>
              <a:gd name="connsiteX1" fmla="*/ 12265108 w 12295341"/>
              <a:gd name="connsiteY1" fmla="*/ 0 h 6672347"/>
              <a:gd name="connsiteX2" fmla="*/ 12295341 w 12295341"/>
              <a:gd name="connsiteY2" fmla="*/ 6662518 h 6672347"/>
              <a:gd name="connsiteX3" fmla="*/ 11129749 w 12295341"/>
              <a:gd name="connsiteY3" fmla="*/ 6672347 h 6672347"/>
              <a:gd name="connsiteX4" fmla="*/ 0 w 12295341"/>
              <a:gd name="connsiteY4" fmla="*/ 8468 h 6672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5341" h="6672347">
                <a:moveTo>
                  <a:pt x="0" y="8468"/>
                </a:moveTo>
                <a:lnTo>
                  <a:pt x="12265108" y="0"/>
                </a:lnTo>
                <a:lnTo>
                  <a:pt x="12295341" y="6662518"/>
                </a:lnTo>
                <a:lnTo>
                  <a:pt x="11129749" y="6672347"/>
                </a:lnTo>
                <a:lnTo>
                  <a:pt x="0" y="8468"/>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Title 9"/>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3"/>
          </p:nvPr>
        </p:nvSpPr>
        <p:spPr>
          <a:xfrm>
            <a:off x="6990080" y="3444240"/>
            <a:ext cx="2834958" cy="2743200"/>
          </a:xfrm>
        </p:spPr>
        <p:txBody>
          <a:bodyPr>
            <a:normAutofit/>
          </a:bodyPr>
          <a:lstStyle>
            <a:lvl1pPr>
              <a:defRPr sz="1600"/>
            </a:lvl1pPr>
          </a:lstStyle>
          <a:p>
            <a:pPr lvl="0"/>
            <a:r>
              <a:rPr lang="en-US"/>
              <a:t>Click to edit Master text styles</a:t>
            </a:r>
          </a:p>
        </p:txBody>
      </p:sp>
      <p:sp>
        <p:nvSpPr>
          <p:cNvPr id="13" name="Text Placeholder 21"/>
          <p:cNvSpPr>
            <a:spLocks noGrp="1"/>
          </p:cNvSpPr>
          <p:nvPr>
            <p:ph type="body" sz="quarter" idx="16"/>
          </p:nvPr>
        </p:nvSpPr>
        <p:spPr>
          <a:xfrm>
            <a:off x="6990080" y="1554480"/>
            <a:ext cx="2834640" cy="1737360"/>
          </a:xfrm>
        </p:spPr>
        <p:txBody>
          <a:bodyPr anchor="b">
            <a:normAutofit/>
          </a:bodyPr>
          <a:lstStyle>
            <a:lvl1pPr marL="0" indent="0">
              <a:buFont typeface="Arial" panose="020B0604020202020204" pitchFamily="34" charset="0"/>
              <a:buNone/>
              <a:defRPr sz="2400" b="0">
                <a:solidFill>
                  <a:schemeClr val="accent1"/>
                </a:solidFill>
              </a:defRPr>
            </a:lvl1pPr>
            <a:lvl2pPr marL="457200" indent="0">
              <a:buNone/>
              <a:defRPr>
                <a:solidFill>
                  <a:schemeClr val="accent1"/>
                </a:solidFill>
              </a:defRPr>
            </a:lvl2pPr>
            <a:lvl3pPr marL="914400" indent="0">
              <a:buNone/>
              <a:defRPr>
                <a:solidFill>
                  <a:schemeClr val="accent1"/>
                </a:solidFill>
              </a:defRPr>
            </a:lvl3pPr>
            <a:lvl4pPr marL="1371600" indent="0">
              <a:buNone/>
              <a:defRPr>
                <a:solidFill>
                  <a:schemeClr val="accent1"/>
                </a:solidFill>
              </a:defRPr>
            </a:lvl4pPr>
            <a:lvl5pPr marL="1828800" indent="0">
              <a:buNone/>
              <a:defRPr>
                <a:solidFill>
                  <a:schemeClr val="accent1"/>
                </a:solidFill>
              </a:defRPr>
            </a:lvl5pPr>
          </a:lstStyle>
          <a:p>
            <a:pPr lvl="0"/>
            <a:r>
              <a:rPr lang="en-US"/>
              <a:t>Click to edit Master text styles</a:t>
            </a:r>
          </a:p>
        </p:txBody>
      </p:sp>
      <p:sp>
        <p:nvSpPr>
          <p:cNvPr id="3" name="Slide Number Placeholder 2"/>
          <p:cNvSpPr>
            <a:spLocks noGrp="1"/>
          </p:cNvSpPr>
          <p:nvPr>
            <p:ph type="sldNum" sz="quarter" idx="10"/>
          </p:nvPr>
        </p:nvSpPr>
        <p:spPr/>
        <p:txBody>
          <a:bodyPr/>
          <a:lstStyle>
            <a:lvl1pPr>
              <a:defRPr>
                <a:solidFill>
                  <a:schemeClr val="bg1"/>
                </a:solidFill>
              </a:defRPr>
            </a:lvl1pPr>
          </a:lstStyle>
          <a:p>
            <a:fld id="{D4F7D0B0-7E7B-4879-A888-F5F2D3156A72}" type="slidenum">
              <a:rPr lang="en-US" smtClean="0"/>
              <a:pPr/>
              <a:t>‹#›</a:t>
            </a:fld>
            <a:endParaRPr lang="en-US" dirty="0"/>
          </a:p>
        </p:txBody>
      </p:sp>
      <p:pic>
        <p:nvPicPr>
          <p:cNvPr id="14" name="Picture 13" descr="CrownWhite.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613757" y="141271"/>
            <a:ext cx="434787" cy="340180"/>
          </a:xfrm>
          <a:prstGeom prst="rect">
            <a:avLst/>
          </a:prstGeom>
        </p:spPr>
      </p:pic>
    </p:spTree>
    <p:extLst>
      <p:ext uri="{BB962C8B-B14F-4D97-AF65-F5344CB8AC3E}">
        <p14:creationId xmlns:p14="http://schemas.microsoft.com/office/powerpoint/2010/main" val="170387288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_Large Photo and Content - Light Blue">
    <p:spTree>
      <p:nvGrpSpPr>
        <p:cNvPr id="1" name=""/>
        <p:cNvGrpSpPr/>
        <p:nvPr/>
      </p:nvGrpSpPr>
      <p:grpSpPr>
        <a:xfrm>
          <a:off x="0" y="0"/>
          <a:ext cx="0" cy="0"/>
          <a:chOff x="0" y="0"/>
          <a:chExt cx="0" cy="0"/>
        </a:xfrm>
      </p:grpSpPr>
      <p:sp>
        <p:nvSpPr>
          <p:cNvPr id="4" name="Picture Placeholder 11"/>
          <p:cNvSpPr>
            <a:spLocks noGrp="1"/>
          </p:cNvSpPr>
          <p:nvPr>
            <p:ph type="pic" sz="quarter" idx="12"/>
          </p:nvPr>
        </p:nvSpPr>
        <p:spPr>
          <a:xfrm>
            <a:off x="436880" y="1544320"/>
            <a:ext cx="6370320" cy="4643120"/>
          </a:xfrm>
        </p:spPr>
        <p:txBody>
          <a:bodyPr/>
          <a:lstStyle/>
          <a:p>
            <a:r>
              <a:rPr lang="en-US"/>
              <a:t>Drag picture to placeholder or click icon to add</a:t>
            </a:r>
            <a:endParaRPr lang="en-US" dirty="0"/>
          </a:p>
        </p:txBody>
      </p:sp>
      <p:sp>
        <p:nvSpPr>
          <p:cNvPr id="5" name="Right Triangle 4"/>
          <p:cNvSpPr/>
          <p:nvPr userDrawn="1"/>
        </p:nvSpPr>
        <p:spPr>
          <a:xfrm flipH="1">
            <a:off x="10576560" y="487680"/>
            <a:ext cx="1615440" cy="6380480"/>
          </a:xfrm>
          <a:prstGeom prst="rtTriangl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4"/>
          <p:cNvSpPr/>
          <p:nvPr userDrawn="1"/>
        </p:nvSpPr>
        <p:spPr>
          <a:xfrm>
            <a:off x="9387840" y="-10160"/>
            <a:ext cx="2814320" cy="6898643"/>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 name="connsiteX0" fmla="*/ 0 w 12265108"/>
              <a:gd name="connsiteY0" fmla="*/ 8468 h 6652693"/>
              <a:gd name="connsiteX1" fmla="*/ 12265108 w 12265108"/>
              <a:gd name="connsiteY1" fmla="*/ 0 h 6652693"/>
              <a:gd name="connsiteX2" fmla="*/ 12204643 w 12265108"/>
              <a:gd name="connsiteY2" fmla="*/ 6652691 h 6652693"/>
              <a:gd name="connsiteX3" fmla="*/ 11159981 w 12265108"/>
              <a:gd name="connsiteY3" fmla="*/ 6652693 h 6652693"/>
              <a:gd name="connsiteX4" fmla="*/ 0 w 12265108"/>
              <a:gd name="connsiteY4" fmla="*/ 8468 h 6652693"/>
              <a:gd name="connsiteX0" fmla="*/ 0 w 12295341"/>
              <a:gd name="connsiteY0" fmla="*/ 8468 h 6672345"/>
              <a:gd name="connsiteX1" fmla="*/ 12265108 w 12295341"/>
              <a:gd name="connsiteY1" fmla="*/ 0 h 6672345"/>
              <a:gd name="connsiteX2" fmla="*/ 12295341 w 12295341"/>
              <a:gd name="connsiteY2" fmla="*/ 6672345 h 6672345"/>
              <a:gd name="connsiteX3" fmla="*/ 11159981 w 12295341"/>
              <a:gd name="connsiteY3" fmla="*/ 6652693 h 6672345"/>
              <a:gd name="connsiteX4" fmla="*/ 0 w 12295341"/>
              <a:gd name="connsiteY4" fmla="*/ 8468 h 6672345"/>
              <a:gd name="connsiteX0" fmla="*/ 0 w 12295341"/>
              <a:gd name="connsiteY0" fmla="*/ 8468 h 6662518"/>
              <a:gd name="connsiteX1" fmla="*/ 12265108 w 12295341"/>
              <a:gd name="connsiteY1" fmla="*/ 0 h 6662518"/>
              <a:gd name="connsiteX2" fmla="*/ 12295341 w 12295341"/>
              <a:gd name="connsiteY2" fmla="*/ 6662518 h 6662518"/>
              <a:gd name="connsiteX3" fmla="*/ 11159981 w 12295341"/>
              <a:gd name="connsiteY3" fmla="*/ 6652693 h 6662518"/>
              <a:gd name="connsiteX4" fmla="*/ 0 w 12295341"/>
              <a:gd name="connsiteY4" fmla="*/ 8468 h 6662518"/>
              <a:gd name="connsiteX0" fmla="*/ 0 w 12295341"/>
              <a:gd name="connsiteY0" fmla="*/ 8468 h 6662518"/>
              <a:gd name="connsiteX1" fmla="*/ 12265108 w 12295341"/>
              <a:gd name="connsiteY1" fmla="*/ 0 h 6662518"/>
              <a:gd name="connsiteX2" fmla="*/ 12295341 w 12295341"/>
              <a:gd name="connsiteY2" fmla="*/ 6662518 h 6662518"/>
              <a:gd name="connsiteX3" fmla="*/ 11129749 w 12295341"/>
              <a:gd name="connsiteY3" fmla="*/ 6652693 h 6662518"/>
              <a:gd name="connsiteX4" fmla="*/ 0 w 12295341"/>
              <a:gd name="connsiteY4" fmla="*/ 8468 h 6662518"/>
              <a:gd name="connsiteX0" fmla="*/ 0 w 12295341"/>
              <a:gd name="connsiteY0" fmla="*/ 8468 h 6672347"/>
              <a:gd name="connsiteX1" fmla="*/ 12265108 w 12295341"/>
              <a:gd name="connsiteY1" fmla="*/ 0 h 6672347"/>
              <a:gd name="connsiteX2" fmla="*/ 12295341 w 12295341"/>
              <a:gd name="connsiteY2" fmla="*/ 6662518 h 6672347"/>
              <a:gd name="connsiteX3" fmla="*/ 11129749 w 12295341"/>
              <a:gd name="connsiteY3" fmla="*/ 6672347 h 6672347"/>
              <a:gd name="connsiteX4" fmla="*/ 0 w 12295341"/>
              <a:gd name="connsiteY4" fmla="*/ 8468 h 6672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5341" h="6672347">
                <a:moveTo>
                  <a:pt x="0" y="8468"/>
                </a:moveTo>
                <a:lnTo>
                  <a:pt x="12265108" y="0"/>
                </a:lnTo>
                <a:lnTo>
                  <a:pt x="12295341" y="6662518"/>
                </a:lnTo>
                <a:lnTo>
                  <a:pt x="11129749" y="6672347"/>
                </a:lnTo>
                <a:lnTo>
                  <a:pt x="0" y="8468"/>
                </a:lnTo>
                <a:close/>
              </a:path>
            </a:pathLst>
          </a:cu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Title 9"/>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3"/>
          </p:nvPr>
        </p:nvSpPr>
        <p:spPr>
          <a:xfrm>
            <a:off x="6990080" y="3444240"/>
            <a:ext cx="2834958" cy="2743200"/>
          </a:xfrm>
        </p:spPr>
        <p:txBody>
          <a:bodyPr>
            <a:normAutofit/>
          </a:bodyPr>
          <a:lstStyle>
            <a:lvl1pPr>
              <a:defRPr sz="1600"/>
            </a:lvl1pPr>
          </a:lstStyle>
          <a:p>
            <a:pPr lvl="0"/>
            <a:r>
              <a:rPr lang="en-US"/>
              <a:t>Click to edit Master text styles</a:t>
            </a:r>
          </a:p>
        </p:txBody>
      </p:sp>
      <p:sp>
        <p:nvSpPr>
          <p:cNvPr id="13" name="Text Placeholder 21"/>
          <p:cNvSpPr>
            <a:spLocks noGrp="1"/>
          </p:cNvSpPr>
          <p:nvPr>
            <p:ph type="body" sz="quarter" idx="16"/>
          </p:nvPr>
        </p:nvSpPr>
        <p:spPr>
          <a:xfrm>
            <a:off x="6990080" y="1554480"/>
            <a:ext cx="2834640" cy="1737360"/>
          </a:xfrm>
        </p:spPr>
        <p:txBody>
          <a:bodyPr anchor="b">
            <a:normAutofit/>
          </a:bodyPr>
          <a:lstStyle>
            <a:lvl1pPr marL="0" indent="0">
              <a:buFont typeface="Arial" panose="020B0604020202020204" pitchFamily="34" charset="0"/>
              <a:buNone/>
              <a:defRPr sz="2400" b="0">
                <a:solidFill>
                  <a:schemeClr val="accent1"/>
                </a:solidFill>
              </a:defRPr>
            </a:lvl1pPr>
            <a:lvl2pPr marL="457200" indent="0">
              <a:buNone/>
              <a:defRPr>
                <a:solidFill>
                  <a:schemeClr val="accent1"/>
                </a:solidFill>
              </a:defRPr>
            </a:lvl2pPr>
            <a:lvl3pPr marL="914400" indent="0">
              <a:buNone/>
              <a:defRPr>
                <a:solidFill>
                  <a:schemeClr val="accent1"/>
                </a:solidFill>
              </a:defRPr>
            </a:lvl3pPr>
            <a:lvl4pPr marL="1371600" indent="0">
              <a:buNone/>
              <a:defRPr>
                <a:solidFill>
                  <a:schemeClr val="accent1"/>
                </a:solidFill>
              </a:defRPr>
            </a:lvl4pPr>
            <a:lvl5pPr marL="1828800" indent="0">
              <a:buNone/>
              <a:defRPr>
                <a:solidFill>
                  <a:schemeClr val="accent1"/>
                </a:solidFill>
              </a:defRPr>
            </a:lvl5pPr>
          </a:lstStyle>
          <a:p>
            <a:pPr lvl="0"/>
            <a:r>
              <a:rPr lang="en-US"/>
              <a:t>Click to edit Master text styles</a:t>
            </a:r>
          </a:p>
        </p:txBody>
      </p:sp>
      <p:sp>
        <p:nvSpPr>
          <p:cNvPr id="3" name="Slide Number Placeholder 2"/>
          <p:cNvSpPr>
            <a:spLocks noGrp="1"/>
          </p:cNvSpPr>
          <p:nvPr>
            <p:ph type="sldNum" sz="quarter" idx="10"/>
          </p:nvPr>
        </p:nvSpPr>
        <p:spPr/>
        <p:txBody>
          <a:bodyPr/>
          <a:lstStyle>
            <a:lvl1pPr>
              <a:defRPr>
                <a:solidFill>
                  <a:schemeClr val="bg1"/>
                </a:solidFill>
              </a:defRPr>
            </a:lvl1pPr>
          </a:lstStyle>
          <a:p>
            <a:fld id="{D4F7D0B0-7E7B-4879-A888-F5F2D3156A72}" type="slidenum">
              <a:rPr lang="en-US" smtClean="0"/>
              <a:pPr/>
              <a:t>‹#›</a:t>
            </a:fld>
            <a:endParaRPr lang="en-US" dirty="0"/>
          </a:p>
        </p:txBody>
      </p:sp>
      <p:pic>
        <p:nvPicPr>
          <p:cNvPr id="14" name="Picture 13" descr="CrownWhite.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613757" y="141271"/>
            <a:ext cx="434787" cy="340180"/>
          </a:xfrm>
          <a:prstGeom prst="rect">
            <a:avLst/>
          </a:prstGeom>
        </p:spPr>
      </p:pic>
    </p:spTree>
    <p:extLst>
      <p:ext uri="{BB962C8B-B14F-4D97-AF65-F5344CB8AC3E}">
        <p14:creationId xmlns:p14="http://schemas.microsoft.com/office/powerpoint/2010/main" val="6819059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Large Photo and Content - Aqua">
    <p:spTree>
      <p:nvGrpSpPr>
        <p:cNvPr id="1" name=""/>
        <p:cNvGrpSpPr/>
        <p:nvPr/>
      </p:nvGrpSpPr>
      <p:grpSpPr>
        <a:xfrm>
          <a:off x="0" y="0"/>
          <a:ext cx="0" cy="0"/>
          <a:chOff x="0" y="0"/>
          <a:chExt cx="0" cy="0"/>
        </a:xfrm>
      </p:grpSpPr>
      <p:sp>
        <p:nvSpPr>
          <p:cNvPr id="4" name="Picture Placeholder 11"/>
          <p:cNvSpPr>
            <a:spLocks noGrp="1"/>
          </p:cNvSpPr>
          <p:nvPr>
            <p:ph type="pic" sz="quarter" idx="12"/>
          </p:nvPr>
        </p:nvSpPr>
        <p:spPr>
          <a:xfrm>
            <a:off x="436880" y="1544320"/>
            <a:ext cx="6370320" cy="4643120"/>
          </a:xfrm>
        </p:spPr>
        <p:txBody>
          <a:bodyPr/>
          <a:lstStyle/>
          <a:p>
            <a:r>
              <a:rPr lang="en-US"/>
              <a:t>Drag picture to placeholder or click icon to add</a:t>
            </a:r>
            <a:endParaRPr lang="en-US" dirty="0"/>
          </a:p>
        </p:txBody>
      </p:sp>
      <p:sp>
        <p:nvSpPr>
          <p:cNvPr id="5" name="Right Triangle 4"/>
          <p:cNvSpPr/>
          <p:nvPr userDrawn="1"/>
        </p:nvSpPr>
        <p:spPr>
          <a:xfrm flipH="1">
            <a:off x="10576560" y="487680"/>
            <a:ext cx="1615440" cy="6380480"/>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4"/>
          <p:cNvSpPr/>
          <p:nvPr userDrawn="1"/>
        </p:nvSpPr>
        <p:spPr>
          <a:xfrm>
            <a:off x="9387840" y="-10160"/>
            <a:ext cx="2814320" cy="6898643"/>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 name="connsiteX0" fmla="*/ 0 w 12265108"/>
              <a:gd name="connsiteY0" fmla="*/ 8468 h 6652693"/>
              <a:gd name="connsiteX1" fmla="*/ 12265108 w 12265108"/>
              <a:gd name="connsiteY1" fmla="*/ 0 h 6652693"/>
              <a:gd name="connsiteX2" fmla="*/ 12204643 w 12265108"/>
              <a:gd name="connsiteY2" fmla="*/ 6652691 h 6652693"/>
              <a:gd name="connsiteX3" fmla="*/ 11159981 w 12265108"/>
              <a:gd name="connsiteY3" fmla="*/ 6652693 h 6652693"/>
              <a:gd name="connsiteX4" fmla="*/ 0 w 12265108"/>
              <a:gd name="connsiteY4" fmla="*/ 8468 h 6652693"/>
              <a:gd name="connsiteX0" fmla="*/ 0 w 12295341"/>
              <a:gd name="connsiteY0" fmla="*/ 8468 h 6672345"/>
              <a:gd name="connsiteX1" fmla="*/ 12265108 w 12295341"/>
              <a:gd name="connsiteY1" fmla="*/ 0 h 6672345"/>
              <a:gd name="connsiteX2" fmla="*/ 12295341 w 12295341"/>
              <a:gd name="connsiteY2" fmla="*/ 6672345 h 6672345"/>
              <a:gd name="connsiteX3" fmla="*/ 11159981 w 12295341"/>
              <a:gd name="connsiteY3" fmla="*/ 6652693 h 6672345"/>
              <a:gd name="connsiteX4" fmla="*/ 0 w 12295341"/>
              <a:gd name="connsiteY4" fmla="*/ 8468 h 6672345"/>
              <a:gd name="connsiteX0" fmla="*/ 0 w 12295341"/>
              <a:gd name="connsiteY0" fmla="*/ 8468 h 6662518"/>
              <a:gd name="connsiteX1" fmla="*/ 12265108 w 12295341"/>
              <a:gd name="connsiteY1" fmla="*/ 0 h 6662518"/>
              <a:gd name="connsiteX2" fmla="*/ 12295341 w 12295341"/>
              <a:gd name="connsiteY2" fmla="*/ 6662518 h 6662518"/>
              <a:gd name="connsiteX3" fmla="*/ 11159981 w 12295341"/>
              <a:gd name="connsiteY3" fmla="*/ 6652693 h 6662518"/>
              <a:gd name="connsiteX4" fmla="*/ 0 w 12295341"/>
              <a:gd name="connsiteY4" fmla="*/ 8468 h 6662518"/>
              <a:gd name="connsiteX0" fmla="*/ 0 w 12295341"/>
              <a:gd name="connsiteY0" fmla="*/ 8468 h 6662518"/>
              <a:gd name="connsiteX1" fmla="*/ 12265108 w 12295341"/>
              <a:gd name="connsiteY1" fmla="*/ 0 h 6662518"/>
              <a:gd name="connsiteX2" fmla="*/ 12295341 w 12295341"/>
              <a:gd name="connsiteY2" fmla="*/ 6662518 h 6662518"/>
              <a:gd name="connsiteX3" fmla="*/ 11129749 w 12295341"/>
              <a:gd name="connsiteY3" fmla="*/ 6652693 h 6662518"/>
              <a:gd name="connsiteX4" fmla="*/ 0 w 12295341"/>
              <a:gd name="connsiteY4" fmla="*/ 8468 h 6662518"/>
              <a:gd name="connsiteX0" fmla="*/ 0 w 12295341"/>
              <a:gd name="connsiteY0" fmla="*/ 8468 h 6672347"/>
              <a:gd name="connsiteX1" fmla="*/ 12265108 w 12295341"/>
              <a:gd name="connsiteY1" fmla="*/ 0 h 6672347"/>
              <a:gd name="connsiteX2" fmla="*/ 12295341 w 12295341"/>
              <a:gd name="connsiteY2" fmla="*/ 6662518 h 6672347"/>
              <a:gd name="connsiteX3" fmla="*/ 11129749 w 12295341"/>
              <a:gd name="connsiteY3" fmla="*/ 6672347 h 6672347"/>
              <a:gd name="connsiteX4" fmla="*/ 0 w 12295341"/>
              <a:gd name="connsiteY4" fmla="*/ 8468 h 6672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5341" h="6672347">
                <a:moveTo>
                  <a:pt x="0" y="8468"/>
                </a:moveTo>
                <a:lnTo>
                  <a:pt x="12265108" y="0"/>
                </a:lnTo>
                <a:lnTo>
                  <a:pt x="12295341" y="6662518"/>
                </a:lnTo>
                <a:lnTo>
                  <a:pt x="11129749" y="6672347"/>
                </a:lnTo>
                <a:lnTo>
                  <a:pt x="0" y="8468"/>
                </a:lnTo>
                <a:close/>
              </a:path>
            </a:pathLst>
          </a:cu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Title 9"/>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3"/>
          </p:nvPr>
        </p:nvSpPr>
        <p:spPr>
          <a:xfrm>
            <a:off x="6990080" y="3444240"/>
            <a:ext cx="2834958" cy="2743200"/>
          </a:xfrm>
        </p:spPr>
        <p:txBody>
          <a:bodyPr>
            <a:normAutofit/>
          </a:bodyPr>
          <a:lstStyle>
            <a:lvl1pPr>
              <a:defRPr sz="1600"/>
            </a:lvl1pPr>
          </a:lstStyle>
          <a:p>
            <a:pPr lvl="0"/>
            <a:r>
              <a:rPr lang="en-US"/>
              <a:t>Click to edit Master text styles</a:t>
            </a:r>
          </a:p>
        </p:txBody>
      </p:sp>
      <p:sp>
        <p:nvSpPr>
          <p:cNvPr id="13" name="Text Placeholder 21"/>
          <p:cNvSpPr>
            <a:spLocks noGrp="1"/>
          </p:cNvSpPr>
          <p:nvPr>
            <p:ph type="body" sz="quarter" idx="16"/>
          </p:nvPr>
        </p:nvSpPr>
        <p:spPr>
          <a:xfrm>
            <a:off x="6990080" y="1554480"/>
            <a:ext cx="2834640" cy="1737360"/>
          </a:xfrm>
        </p:spPr>
        <p:txBody>
          <a:bodyPr anchor="b">
            <a:normAutofit/>
          </a:bodyPr>
          <a:lstStyle>
            <a:lvl1pPr marL="0" indent="0">
              <a:buFont typeface="Arial" panose="020B0604020202020204" pitchFamily="34" charset="0"/>
              <a:buNone/>
              <a:defRPr sz="2400" b="0">
                <a:solidFill>
                  <a:schemeClr val="accent2"/>
                </a:solidFill>
              </a:defRPr>
            </a:lvl1pPr>
            <a:lvl2pPr marL="457200" indent="0">
              <a:buNone/>
              <a:defRPr>
                <a:solidFill>
                  <a:schemeClr val="accent1"/>
                </a:solidFill>
              </a:defRPr>
            </a:lvl2pPr>
            <a:lvl3pPr marL="914400" indent="0">
              <a:buNone/>
              <a:defRPr>
                <a:solidFill>
                  <a:schemeClr val="accent1"/>
                </a:solidFill>
              </a:defRPr>
            </a:lvl3pPr>
            <a:lvl4pPr marL="1371600" indent="0">
              <a:buNone/>
              <a:defRPr>
                <a:solidFill>
                  <a:schemeClr val="accent1"/>
                </a:solidFill>
              </a:defRPr>
            </a:lvl4pPr>
            <a:lvl5pPr marL="1828800" indent="0">
              <a:buNone/>
              <a:defRPr>
                <a:solidFill>
                  <a:schemeClr val="accent1"/>
                </a:solidFill>
              </a:defRPr>
            </a:lvl5pPr>
          </a:lstStyle>
          <a:p>
            <a:pPr lvl="0"/>
            <a:r>
              <a:rPr lang="en-US"/>
              <a:t>Click to edit Master text styles</a:t>
            </a:r>
          </a:p>
        </p:txBody>
      </p:sp>
      <p:sp>
        <p:nvSpPr>
          <p:cNvPr id="3" name="Slide Number Placeholder 2"/>
          <p:cNvSpPr>
            <a:spLocks noGrp="1"/>
          </p:cNvSpPr>
          <p:nvPr>
            <p:ph type="sldNum" sz="quarter" idx="10"/>
          </p:nvPr>
        </p:nvSpPr>
        <p:spPr/>
        <p:txBody>
          <a:bodyPr/>
          <a:lstStyle>
            <a:lvl1pPr>
              <a:defRPr>
                <a:solidFill>
                  <a:schemeClr val="bg1"/>
                </a:solidFill>
              </a:defRPr>
            </a:lvl1pPr>
          </a:lstStyle>
          <a:p>
            <a:fld id="{D4F7D0B0-7E7B-4879-A888-F5F2D3156A72}" type="slidenum">
              <a:rPr lang="en-US" smtClean="0"/>
              <a:pPr/>
              <a:t>‹#›</a:t>
            </a:fld>
            <a:endParaRPr lang="en-US" dirty="0"/>
          </a:p>
        </p:txBody>
      </p:sp>
      <p:pic>
        <p:nvPicPr>
          <p:cNvPr id="14" name="Picture 13" descr="CrownWhite.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613757" y="141271"/>
            <a:ext cx="434787" cy="340180"/>
          </a:xfrm>
          <a:prstGeom prst="rect">
            <a:avLst/>
          </a:prstGeom>
        </p:spPr>
      </p:pic>
    </p:spTree>
    <p:extLst>
      <p:ext uri="{BB962C8B-B14F-4D97-AF65-F5344CB8AC3E}">
        <p14:creationId xmlns:p14="http://schemas.microsoft.com/office/powerpoint/2010/main" val="7377913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Large Photo and Content - Green">
    <p:spTree>
      <p:nvGrpSpPr>
        <p:cNvPr id="1" name=""/>
        <p:cNvGrpSpPr/>
        <p:nvPr/>
      </p:nvGrpSpPr>
      <p:grpSpPr>
        <a:xfrm>
          <a:off x="0" y="0"/>
          <a:ext cx="0" cy="0"/>
          <a:chOff x="0" y="0"/>
          <a:chExt cx="0" cy="0"/>
        </a:xfrm>
      </p:grpSpPr>
      <p:sp>
        <p:nvSpPr>
          <p:cNvPr id="4" name="Picture Placeholder 11"/>
          <p:cNvSpPr>
            <a:spLocks noGrp="1"/>
          </p:cNvSpPr>
          <p:nvPr>
            <p:ph type="pic" sz="quarter" idx="12"/>
          </p:nvPr>
        </p:nvSpPr>
        <p:spPr>
          <a:xfrm>
            <a:off x="436880" y="1544320"/>
            <a:ext cx="6370320" cy="4643120"/>
          </a:xfrm>
        </p:spPr>
        <p:txBody>
          <a:bodyPr/>
          <a:lstStyle/>
          <a:p>
            <a:r>
              <a:rPr lang="en-US"/>
              <a:t>Drag picture to placeholder or click icon to add</a:t>
            </a:r>
            <a:endParaRPr lang="en-US" dirty="0"/>
          </a:p>
        </p:txBody>
      </p:sp>
      <p:sp>
        <p:nvSpPr>
          <p:cNvPr id="5" name="Right Triangle 4"/>
          <p:cNvSpPr/>
          <p:nvPr userDrawn="1"/>
        </p:nvSpPr>
        <p:spPr>
          <a:xfrm flipH="1">
            <a:off x="10576560" y="487680"/>
            <a:ext cx="1615440" cy="6380480"/>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4"/>
          <p:cNvSpPr/>
          <p:nvPr userDrawn="1"/>
        </p:nvSpPr>
        <p:spPr>
          <a:xfrm>
            <a:off x="9387840" y="-10160"/>
            <a:ext cx="2814320" cy="6898643"/>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 name="connsiteX0" fmla="*/ 0 w 12265108"/>
              <a:gd name="connsiteY0" fmla="*/ 8468 h 6652693"/>
              <a:gd name="connsiteX1" fmla="*/ 12265108 w 12265108"/>
              <a:gd name="connsiteY1" fmla="*/ 0 h 6652693"/>
              <a:gd name="connsiteX2" fmla="*/ 12204643 w 12265108"/>
              <a:gd name="connsiteY2" fmla="*/ 6652691 h 6652693"/>
              <a:gd name="connsiteX3" fmla="*/ 11159981 w 12265108"/>
              <a:gd name="connsiteY3" fmla="*/ 6652693 h 6652693"/>
              <a:gd name="connsiteX4" fmla="*/ 0 w 12265108"/>
              <a:gd name="connsiteY4" fmla="*/ 8468 h 6652693"/>
              <a:gd name="connsiteX0" fmla="*/ 0 w 12295341"/>
              <a:gd name="connsiteY0" fmla="*/ 8468 h 6672345"/>
              <a:gd name="connsiteX1" fmla="*/ 12265108 w 12295341"/>
              <a:gd name="connsiteY1" fmla="*/ 0 h 6672345"/>
              <a:gd name="connsiteX2" fmla="*/ 12295341 w 12295341"/>
              <a:gd name="connsiteY2" fmla="*/ 6672345 h 6672345"/>
              <a:gd name="connsiteX3" fmla="*/ 11159981 w 12295341"/>
              <a:gd name="connsiteY3" fmla="*/ 6652693 h 6672345"/>
              <a:gd name="connsiteX4" fmla="*/ 0 w 12295341"/>
              <a:gd name="connsiteY4" fmla="*/ 8468 h 6672345"/>
              <a:gd name="connsiteX0" fmla="*/ 0 w 12295341"/>
              <a:gd name="connsiteY0" fmla="*/ 8468 h 6662518"/>
              <a:gd name="connsiteX1" fmla="*/ 12265108 w 12295341"/>
              <a:gd name="connsiteY1" fmla="*/ 0 h 6662518"/>
              <a:gd name="connsiteX2" fmla="*/ 12295341 w 12295341"/>
              <a:gd name="connsiteY2" fmla="*/ 6662518 h 6662518"/>
              <a:gd name="connsiteX3" fmla="*/ 11159981 w 12295341"/>
              <a:gd name="connsiteY3" fmla="*/ 6652693 h 6662518"/>
              <a:gd name="connsiteX4" fmla="*/ 0 w 12295341"/>
              <a:gd name="connsiteY4" fmla="*/ 8468 h 6662518"/>
              <a:gd name="connsiteX0" fmla="*/ 0 w 12295341"/>
              <a:gd name="connsiteY0" fmla="*/ 8468 h 6662518"/>
              <a:gd name="connsiteX1" fmla="*/ 12265108 w 12295341"/>
              <a:gd name="connsiteY1" fmla="*/ 0 h 6662518"/>
              <a:gd name="connsiteX2" fmla="*/ 12295341 w 12295341"/>
              <a:gd name="connsiteY2" fmla="*/ 6662518 h 6662518"/>
              <a:gd name="connsiteX3" fmla="*/ 11129749 w 12295341"/>
              <a:gd name="connsiteY3" fmla="*/ 6652693 h 6662518"/>
              <a:gd name="connsiteX4" fmla="*/ 0 w 12295341"/>
              <a:gd name="connsiteY4" fmla="*/ 8468 h 6662518"/>
              <a:gd name="connsiteX0" fmla="*/ 0 w 12295341"/>
              <a:gd name="connsiteY0" fmla="*/ 8468 h 6672347"/>
              <a:gd name="connsiteX1" fmla="*/ 12265108 w 12295341"/>
              <a:gd name="connsiteY1" fmla="*/ 0 h 6672347"/>
              <a:gd name="connsiteX2" fmla="*/ 12295341 w 12295341"/>
              <a:gd name="connsiteY2" fmla="*/ 6662518 h 6672347"/>
              <a:gd name="connsiteX3" fmla="*/ 11129749 w 12295341"/>
              <a:gd name="connsiteY3" fmla="*/ 6672347 h 6672347"/>
              <a:gd name="connsiteX4" fmla="*/ 0 w 12295341"/>
              <a:gd name="connsiteY4" fmla="*/ 8468 h 6672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5341" h="6672347">
                <a:moveTo>
                  <a:pt x="0" y="8468"/>
                </a:moveTo>
                <a:lnTo>
                  <a:pt x="12265108" y="0"/>
                </a:lnTo>
                <a:lnTo>
                  <a:pt x="12295341" y="6662518"/>
                </a:lnTo>
                <a:lnTo>
                  <a:pt x="11129749" y="6672347"/>
                </a:lnTo>
                <a:lnTo>
                  <a:pt x="0" y="8468"/>
                </a:lnTo>
                <a:close/>
              </a:path>
            </a:pathLst>
          </a:cu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Title 9"/>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3"/>
          </p:nvPr>
        </p:nvSpPr>
        <p:spPr>
          <a:xfrm>
            <a:off x="6990080" y="3444240"/>
            <a:ext cx="2834958" cy="2743200"/>
          </a:xfrm>
        </p:spPr>
        <p:txBody>
          <a:bodyPr>
            <a:normAutofit/>
          </a:bodyPr>
          <a:lstStyle>
            <a:lvl1pPr>
              <a:defRPr sz="1600"/>
            </a:lvl1pPr>
          </a:lstStyle>
          <a:p>
            <a:pPr lvl="0"/>
            <a:r>
              <a:rPr lang="en-US"/>
              <a:t>Click to edit Master text styles</a:t>
            </a:r>
          </a:p>
        </p:txBody>
      </p:sp>
      <p:sp>
        <p:nvSpPr>
          <p:cNvPr id="13" name="Text Placeholder 21"/>
          <p:cNvSpPr>
            <a:spLocks noGrp="1"/>
          </p:cNvSpPr>
          <p:nvPr>
            <p:ph type="body" sz="quarter" idx="16"/>
          </p:nvPr>
        </p:nvSpPr>
        <p:spPr>
          <a:xfrm>
            <a:off x="6990080" y="1554480"/>
            <a:ext cx="2834640" cy="1737360"/>
          </a:xfrm>
        </p:spPr>
        <p:txBody>
          <a:bodyPr anchor="b">
            <a:normAutofit/>
          </a:bodyPr>
          <a:lstStyle>
            <a:lvl1pPr marL="0" indent="0">
              <a:buFont typeface="Arial" panose="020B0604020202020204" pitchFamily="34" charset="0"/>
              <a:buNone/>
              <a:defRPr sz="2400" b="0">
                <a:solidFill>
                  <a:schemeClr val="tx2"/>
                </a:solidFill>
              </a:defRPr>
            </a:lvl1pPr>
            <a:lvl2pPr marL="457200" indent="0">
              <a:buNone/>
              <a:defRPr>
                <a:solidFill>
                  <a:schemeClr val="accent1"/>
                </a:solidFill>
              </a:defRPr>
            </a:lvl2pPr>
            <a:lvl3pPr marL="914400" indent="0">
              <a:buNone/>
              <a:defRPr>
                <a:solidFill>
                  <a:schemeClr val="accent1"/>
                </a:solidFill>
              </a:defRPr>
            </a:lvl3pPr>
            <a:lvl4pPr marL="1371600" indent="0">
              <a:buNone/>
              <a:defRPr>
                <a:solidFill>
                  <a:schemeClr val="accent1"/>
                </a:solidFill>
              </a:defRPr>
            </a:lvl4pPr>
            <a:lvl5pPr marL="1828800" indent="0">
              <a:buNone/>
              <a:defRPr>
                <a:solidFill>
                  <a:schemeClr val="accent1"/>
                </a:solidFill>
              </a:defRPr>
            </a:lvl5pPr>
          </a:lstStyle>
          <a:p>
            <a:pPr lvl="0"/>
            <a:r>
              <a:rPr lang="en-US"/>
              <a:t>Click to edit Master text styles</a:t>
            </a:r>
          </a:p>
        </p:txBody>
      </p:sp>
      <p:sp>
        <p:nvSpPr>
          <p:cNvPr id="3" name="Slide Number Placeholder 2"/>
          <p:cNvSpPr>
            <a:spLocks noGrp="1"/>
          </p:cNvSpPr>
          <p:nvPr>
            <p:ph type="sldNum" sz="quarter" idx="10"/>
          </p:nvPr>
        </p:nvSpPr>
        <p:spPr/>
        <p:txBody>
          <a:bodyPr/>
          <a:lstStyle>
            <a:lvl1pPr>
              <a:defRPr>
                <a:solidFill>
                  <a:schemeClr val="bg1"/>
                </a:solidFill>
              </a:defRPr>
            </a:lvl1pPr>
          </a:lstStyle>
          <a:p>
            <a:fld id="{D4F7D0B0-7E7B-4879-A888-F5F2D3156A72}" type="slidenum">
              <a:rPr lang="en-US" smtClean="0"/>
              <a:pPr/>
              <a:t>‹#›</a:t>
            </a:fld>
            <a:endParaRPr lang="en-US" dirty="0"/>
          </a:p>
        </p:txBody>
      </p:sp>
      <p:pic>
        <p:nvPicPr>
          <p:cNvPr id="14" name="Picture 13" descr="CrownWhite.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613757" y="141271"/>
            <a:ext cx="434787" cy="340180"/>
          </a:xfrm>
          <a:prstGeom prst="rect">
            <a:avLst/>
          </a:prstGeom>
        </p:spPr>
      </p:pic>
    </p:spTree>
    <p:extLst>
      <p:ext uri="{BB962C8B-B14F-4D97-AF65-F5344CB8AC3E}">
        <p14:creationId xmlns:p14="http://schemas.microsoft.com/office/powerpoint/2010/main" val="23343253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Large Photo and Content - Orange">
    <p:spTree>
      <p:nvGrpSpPr>
        <p:cNvPr id="1" name=""/>
        <p:cNvGrpSpPr/>
        <p:nvPr/>
      </p:nvGrpSpPr>
      <p:grpSpPr>
        <a:xfrm>
          <a:off x="0" y="0"/>
          <a:ext cx="0" cy="0"/>
          <a:chOff x="0" y="0"/>
          <a:chExt cx="0" cy="0"/>
        </a:xfrm>
      </p:grpSpPr>
      <p:sp>
        <p:nvSpPr>
          <p:cNvPr id="4" name="Picture Placeholder 11"/>
          <p:cNvSpPr>
            <a:spLocks noGrp="1"/>
          </p:cNvSpPr>
          <p:nvPr>
            <p:ph type="pic" sz="quarter" idx="12"/>
          </p:nvPr>
        </p:nvSpPr>
        <p:spPr>
          <a:xfrm>
            <a:off x="436880" y="1544320"/>
            <a:ext cx="6370320" cy="4643120"/>
          </a:xfrm>
        </p:spPr>
        <p:txBody>
          <a:bodyPr/>
          <a:lstStyle/>
          <a:p>
            <a:r>
              <a:rPr lang="en-US"/>
              <a:t>Drag picture to placeholder or click icon to add</a:t>
            </a:r>
            <a:endParaRPr lang="en-US" dirty="0"/>
          </a:p>
        </p:txBody>
      </p:sp>
      <p:sp>
        <p:nvSpPr>
          <p:cNvPr id="5" name="Right Triangle 4"/>
          <p:cNvSpPr/>
          <p:nvPr userDrawn="1"/>
        </p:nvSpPr>
        <p:spPr>
          <a:xfrm flipH="1">
            <a:off x="10576560" y="487680"/>
            <a:ext cx="1615440" cy="6380480"/>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4"/>
          <p:cNvSpPr/>
          <p:nvPr userDrawn="1"/>
        </p:nvSpPr>
        <p:spPr>
          <a:xfrm>
            <a:off x="9387840" y="-10160"/>
            <a:ext cx="2814320" cy="6898643"/>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 name="connsiteX0" fmla="*/ 0 w 12265108"/>
              <a:gd name="connsiteY0" fmla="*/ 8468 h 6652693"/>
              <a:gd name="connsiteX1" fmla="*/ 12265108 w 12265108"/>
              <a:gd name="connsiteY1" fmla="*/ 0 h 6652693"/>
              <a:gd name="connsiteX2" fmla="*/ 12204643 w 12265108"/>
              <a:gd name="connsiteY2" fmla="*/ 6652691 h 6652693"/>
              <a:gd name="connsiteX3" fmla="*/ 11159981 w 12265108"/>
              <a:gd name="connsiteY3" fmla="*/ 6652693 h 6652693"/>
              <a:gd name="connsiteX4" fmla="*/ 0 w 12265108"/>
              <a:gd name="connsiteY4" fmla="*/ 8468 h 6652693"/>
              <a:gd name="connsiteX0" fmla="*/ 0 w 12295341"/>
              <a:gd name="connsiteY0" fmla="*/ 8468 h 6672345"/>
              <a:gd name="connsiteX1" fmla="*/ 12265108 w 12295341"/>
              <a:gd name="connsiteY1" fmla="*/ 0 h 6672345"/>
              <a:gd name="connsiteX2" fmla="*/ 12295341 w 12295341"/>
              <a:gd name="connsiteY2" fmla="*/ 6672345 h 6672345"/>
              <a:gd name="connsiteX3" fmla="*/ 11159981 w 12295341"/>
              <a:gd name="connsiteY3" fmla="*/ 6652693 h 6672345"/>
              <a:gd name="connsiteX4" fmla="*/ 0 w 12295341"/>
              <a:gd name="connsiteY4" fmla="*/ 8468 h 6672345"/>
              <a:gd name="connsiteX0" fmla="*/ 0 w 12295341"/>
              <a:gd name="connsiteY0" fmla="*/ 8468 h 6662518"/>
              <a:gd name="connsiteX1" fmla="*/ 12265108 w 12295341"/>
              <a:gd name="connsiteY1" fmla="*/ 0 h 6662518"/>
              <a:gd name="connsiteX2" fmla="*/ 12295341 w 12295341"/>
              <a:gd name="connsiteY2" fmla="*/ 6662518 h 6662518"/>
              <a:gd name="connsiteX3" fmla="*/ 11159981 w 12295341"/>
              <a:gd name="connsiteY3" fmla="*/ 6652693 h 6662518"/>
              <a:gd name="connsiteX4" fmla="*/ 0 w 12295341"/>
              <a:gd name="connsiteY4" fmla="*/ 8468 h 6662518"/>
              <a:gd name="connsiteX0" fmla="*/ 0 w 12295341"/>
              <a:gd name="connsiteY0" fmla="*/ 8468 h 6662518"/>
              <a:gd name="connsiteX1" fmla="*/ 12265108 w 12295341"/>
              <a:gd name="connsiteY1" fmla="*/ 0 h 6662518"/>
              <a:gd name="connsiteX2" fmla="*/ 12295341 w 12295341"/>
              <a:gd name="connsiteY2" fmla="*/ 6662518 h 6662518"/>
              <a:gd name="connsiteX3" fmla="*/ 11129749 w 12295341"/>
              <a:gd name="connsiteY3" fmla="*/ 6652693 h 6662518"/>
              <a:gd name="connsiteX4" fmla="*/ 0 w 12295341"/>
              <a:gd name="connsiteY4" fmla="*/ 8468 h 6662518"/>
              <a:gd name="connsiteX0" fmla="*/ 0 w 12295341"/>
              <a:gd name="connsiteY0" fmla="*/ 8468 h 6672347"/>
              <a:gd name="connsiteX1" fmla="*/ 12265108 w 12295341"/>
              <a:gd name="connsiteY1" fmla="*/ 0 h 6672347"/>
              <a:gd name="connsiteX2" fmla="*/ 12295341 w 12295341"/>
              <a:gd name="connsiteY2" fmla="*/ 6662518 h 6672347"/>
              <a:gd name="connsiteX3" fmla="*/ 11129749 w 12295341"/>
              <a:gd name="connsiteY3" fmla="*/ 6672347 h 6672347"/>
              <a:gd name="connsiteX4" fmla="*/ 0 w 12295341"/>
              <a:gd name="connsiteY4" fmla="*/ 8468 h 6672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5341" h="6672347">
                <a:moveTo>
                  <a:pt x="0" y="8468"/>
                </a:moveTo>
                <a:lnTo>
                  <a:pt x="12265108" y="0"/>
                </a:lnTo>
                <a:lnTo>
                  <a:pt x="12295341" y="6662518"/>
                </a:lnTo>
                <a:lnTo>
                  <a:pt x="11129749" y="6672347"/>
                </a:lnTo>
                <a:lnTo>
                  <a:pt x="0" y="8468"/>
                </a:lnTo>
                <a:close/>
              </a:path>
            </a:pathLst>
          </a:cu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Title 9"/>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3"/>
          </p:nvPr>
        </p:nvSpPr>
        <p:spPr>
          <a:xfrm>
            <a:off x="6990080" y="3444240"/>
            <a:ext cx="2834958" cy="2743200"/>
          </a:xfrm>
        </p:spPr>
        <p:txBody>
          <a:bodyPr>
            <a:normAutofit/>
          </a:bodyPr>
          <a:lstStyle>
            <a:lvl1pPr>
              <a:defRPr sz="1600"/>
            </a:lvl1pPr>
          </a:lstStyle>
          <a:p>
            <a:pPr lvl="0"/>
            <a:r>
              <a:rPr lang="en-US"/>
              <a:t>Click to edit Master text styles</a:t>
            </a:r>
          </a:p>
        </p:txBody>
      </p:sp>
      <p:sp>
        <p:nvSpPr>
          <p:cNvPr id="13" name="Text Placeholder 21"/>
          <p:cNvSpPr>
            <a:spLocks noGrp="1"/>
          </p:cNvSpPr>
          <p:nvPr>
            <p:ph type="body" sz="quarter" idx="16"/>
          </p:nvPr>
        </p:nvSpPr>
        <p:spPr>
          <a:xfrm>
            <a:off x="6990080" y="1554480"/>
            <a:ext cx="2834640" cy="1737360"/>
          </a:xfrm>
        </p:spPr>
        <p:txBody>
          <a:bodyPr anchor="b">
            <a:normAutofit/>
          </a:bodyPr>
          <a:lstStyle>
            <a:lvl1pPr marL="0" indent="0">
              <a:buFont typeface="Arial" panose="020B0604020202020204" pitchFamily="34" charset="0"/>
              <a:buNone/>
              <a:defRPr sz="2400" b="0">
                <a:solidFill>
                  <a:schemeClr val="accent4"/>
                </a:solidFill>
              </a:defRPr>
            </a:lvl1pPr>
            <a:lvl2pPr marL="457200" indent="0">
              <a:buNone/>
              <a:defRPr>
                <a:solidFill>
                  <a:schemeClr val="accent1"/>
                </a:solidFill>
              </a:defRPr>
            </a:lvl2pPr>
            <a:lvl3pPr marL="914400" indent="0">
              <a:buNone/>
              <a:defRPr>
                <a:solidFill>
                  <a:schemeClr val="accent1"/>
                </a:solidFill>
              </a:defRPr>
            </a:lvl3pPr>
            <a:lvl4pPr marL="1371600" indent="0">
              <a:buNone/>
              <a:defRPr>
                <a:solidFill>
                  <a:schemeClr val="accent1"/>
                </a:solidFill>
              </a:defRPr>
            </a:lvl4pPr>
            <a:lvl5pPr marL="1828800" indent="0">
              <a:buNone/>
              <a:defRPr>
                <a:solidFill>
                  <a:schemeClr val="accent1"/>
                </a:solidFill>
              </a:defRPr>
            </a:lvl5pPr>
          </a:lstStyle>
          <a:p>
            <a:pPr lvl="0"/>
            <a:r>
              <a:rPr lang="en-US"/>
              <a:t>Click to edit Master text styles</a:t>
            </a:r>
          </a:p>
        </p:txBody>
      </p:sp>
      <p:sp>
        <p:nvSpPr>
          <p:cNvPr id="3" name="Slide Number Placeholder 2"/>
          <p:cNvSpPr>
            <a:spLocks noGrp="1"/>
          </p:cNvSpPr>
          <p:nvPr>
            <p:ph type="sldNum" sz="quarter" idx="10"/>
          </p:nvPr>
        </p:nvSpPr>
        <p:spPr/>
        <p:txBody>
          <a:bodyPr/>
          <a:lstStyle>
            <a:lvl1pPr>
              <a:defRPr>
                <a:solidFill>
                  <a:schemeClr val="bg1"/>
                </a:solidFill>
              </a:defRPr>
            </a:lvl1pPr>
          </a:lstStyle>
          <a:p>
            <a:fld id="{D4F7D0B0-7E7B-4879-A888-F5F2D3156A72}" type="slidenum">
              <a:rPr lang="en-US" smtClean="0"/>
              <a:pPr/>
              <a:t>‹#›</a:t>
            </a:fld>
            <a:endParaRPr lang="en-US" dirty="0"/>
          </a:p>
        </p:txBody>
      </p:sp>
      <p:pic>
        <p:nvPicPr>
          <p:cNvPr id="14" name="Picture 13" descr="CrownWhite.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613757" y="141271"/>
            <a:ext cx="434787" cy="340180"/>
          </a:xfrm>
          <a:prstGeom prst="rect">
            <a:avLst/>
          </a:prstGeom>
        </p:spPr>
      </p:pic>
    </p:spTree>
    <p:extLst>
      <p:ext uri="{BB962C8B-B14F-4D97-AF65-F5344CB8AC3E}">
        <p14:creationId xmlns:p14="http://schemas.microsoft.com/office/powerpoint/2010/main" val="30296671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Large Photo and Content - Purple">
    <p:spTree>
      <p:nvGrpSpPr>
        <p:cNvPr id="1" name=""/>
        <p:cNvGrpSpPr/>
        <p:nvPr/>
      </p:nvGrpSpPr>
      <p:grpSpPr>
        <a:xfrm>
          <a:off x="0" y="0"/>
          <a:ext cx="0" cy="0"/>
          <a:chOff x="0" y="0"/>
          <a:chExt cx="0" cy="0"/>
        </a:xfrm>
      </p:grpSpPr>
      <p:sp>
        <p:nvSpPr>
          <p:cNvPr id="4" name="Picture Placeholder 11"/>
          <p:cNvSpPr>
            <a:spLocks noGrp="1"/>
          </p:cNvSpPr>
          <p:nvPr>
            <p:ph type="pic" sz="quarter" idx="12"/>
          </p:nvPr>
        </p:nvSpPr>
        <p:spPr>
          <a:xfrm>
            <a:off x="436880" y="1544320"/>
            <a:ext cx="6370320" cy="4643120"/>
          </a:xfrm>
        </p:spPr>
        <p:txBody>
          <a:bodyPr/>
          <a:lstStyle/>
          <a:p>
            <a:r>
              <a:rPr lang="en-US"/>
              <a:t>Drag picture to placeholder or click icon to add</a:t>
            </a:r>
            <a:endParaRPr lang="en-US" dirty="0"/>
          </a:p>
        </p:txBody>
      </p:sp>
      <p:sp>
        <p:nvSpPr>
          <p:cNvPr id="5" name="Right Triangle 4"/>
          <p:cNvSpPr/>
          <p:nvPr userDrawn="1"/>
        </p:nvSpPr>
        <p:spPr>
          <a:xfrm flipH="1">
            <a:off x="10576560" y="487680"/>
            <a:ext cx="1615440" cy="6380480"/>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4"/>
          <p:cNvSpPr/>
          <p:nvPr userDrawn="1"/>
        </p:nvSpPr>
        <p:spPr>
          <a:xfrm>
            <a:off x="9387840" y="-10160"/>
            <a:ext cx="2814320" cy="6898643"/>
          </a:xfrm>
          <a:custGeom>
            <a:avLst/>
            <a:gdLst>
              <a:gd name="connsiteX0" fmla="*/ 0 w 7090245"/>
              <a:gd name="connsiteY0" fmla="*/ 0 h 6633037"/>
              <a:gd name="connsiteX1" fmla="*/ 7090245 w 7090245"/>
              <a:gd name="connsiteY1" fmla="*/ 0 h 6633037"/>
              <a:gd name="connsiteX2" fmla="*/ 7090245 w 7090245"/>
              <a:gd name="connsiteY2" fmla="*/ 6633037 h 6633037"/>
              <a:gd name="connsiteX3" fmla="*/ 0 w 7090245"/>
              <a:gd name="connsiteY3" fmla="*/ 6633037 h 6633037"/>
              <a:gd name="connsiteX4" fmla="*/ 0 w 7090245"/>
              <a:gd name="connsiteY4" fmla="*/ 0 h 6633037"/>
              <a:gd name="connsiteX0" fmla="*/ 0 w 10996500"/>
              <a:gd name="connsiteY0" fmla="*/ 12038 h 6633037"/>
              <a:gd name="connsiteX1" fmla="*/ 10996500 w 10996500"/>
              <a:gd name="connsiteY1" fmla="*/ 0 h 6633037"/>
              <a:gd name="connsiteX2" fmla="*/ 10996500 w 10996500"/>
              <a:gd name="connsiteY2" fmla="*/ 6633037 h 6633037"/>
              <a:gd name="connsiteX3" fmla="*/ 3906255 w 10996500"/>
              <a:gd name="connsiteY3" fmla="*/ 6633037 h 6633037"/>
              <a:gd name="connsiteX4" fmla="*/ 0 w 10996500"/>
              <a:gd name="connsiteY4" fmla="*/ 12038 h 6633037"/>
              <a:gd name="connsiteX0" fmla="*/ 0 w 10996500"/>
              <a:gd name="connsiteY0" fmla="*/ 12038 h 6633037"/>
              <a:gd name="connsiteX1" fmla="*/ 10996500 w 10996500"/>
              <a:gd name="connsiteY1" fmla="*/ 0 h 6633037"/>
              <a:gd name="connsiteX2" fmla="*/ 10996500 w 10996500"/>
              <a:gd name="connsiteY2" fmla="*/ 6633037 h 6633037"/>
              <a:gd name="connsiteX3" fmla="*/ 6319827 w 10996500"/>
              <a:gd name="connsiteY3" fmla="*/ 6633037 h 6633037"/>
              <a:gd name="connsiteX4" fmla="*/ 0 w 10996500"/>
              <a:gd name="connsiteY4" fmla="*/ 12038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08538"/>
              <a:gd name="connsiteY0" fmla="*/ 6216 h 6633037"/>
              <a:gd name="connsiteX1" fmla="*/ 26333 w 11008538"/>
              <a:gd name="connsiteY1" fmla="*/ 0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251758 w 11008538"/>
              <a:gd name="connsiteY1" fmla="*/ 3071 h 6633037"/>
              <a:gd name="connsiteX2" fmla="*/ 11008538 w 11008538"/>
              <a:gd name="connsiteY2" fmla="*/ 0 h 6633037"/>
              <a:gd name="connsiteX3" fmla="*/ 11008538 w 11008538"/>
              <a:gd name="connsiteY3" fmla="*/ 6633037 h 6633037"/>
              <a:gd name="connsiteX4" fmla="*/ 6331865 w 11008538"/>
              <a:gd name="connsiteY4" fmla="*/ 6633037 h 6633037"/>
              <a:gd name="connsiteX5" fmla="*/ 0 w 11008538"/>
              <a:gd name="connsiteY5" fmla="*/ 6216 h 6633037"/>
              <a:gd name="connsiteX0" fmla="*/ 0 w 11008538"/>
              <a:gd name="connsiteY0" fmla="*/ 6216 h 6633037"/>
              <a:gd name="connsiteX1" fmla="*/ 11008538 w 11008538"/>
              <a:gd name="connsiteY1" fmla="*/ 0 h 6633037"/>
              <a:gd name="connsiteX2" fmla="*/ 11008538 w 11008538"/>
              <a:gd name="connsiteY2" fmla="*/ 6633037 h 6633037"/>
              <a:gd name="connsiteX3" fmla="*/ 6331865 w 11008538"/>
              <a:gd name="connsiteY3" fmla="*/ 6633037 h 6633037"/>
              <a:gd name="connsiteX4" fmla="*/ 0 w 11008538"/>
              <a:gd name="connsiteY4" fmla="*/ 6216 h 6633037"/>
              <a:gd name="connsiteX0" fmla="*/ 0 w 11030763"/>
              <a:gd name="connsiteY0" fmla="*/ 0 h 6636033"/>
              <a:gd name="connsiteX1" fmla="*/ 11030763 w 11030763"/>
              <a:gd name="connsiteY1" fmla="*/ 2996 h 6636033"/>
              <a:gd name="connsiteX2" fmla="*/ 11030763 w 11030763"/>
              <a:gd name="connsiteY2" fmla="*/ 6636033 h 6636033"/>
              <a:gd name="connsiteX3" fmla="*/ 6354090 w 11030763"/>
              <a:gd name="connsiteY3" fmla="*/ 6636033 h 6636033"/>
              <a:gd name="connsiteX4" fmla="*/ 0 w 11030763"/>
              <a:gd name="connsiteY4" fmla="*/ 0 h 6636033"/>
              <a:gd name="connsiteX0" fmla="*/ 0 w 11030763"/>
              <a:gd name="connsiteY0" fmla="*/ 0 h 6636034"/>
              <a:gd name="connsiteX1" fmla="*/ 11030763 w 11030763"/>
              <a:gd name="connsiteY1" fmla="*/ 2996 h 6636034"/>
              <a:gd name="connsiteX2" fmla="*/ 11030763 w 11030763"/>
              <a:gd name="connsiteY2" fmla="*/ 6636033 h 6636034"/>
              <a:gd name="connsiteX3" fmla="*/ 9474409 w 11030763"/>
              <a:gd name="connsiteY3" fmla="*/ 6636034 h 6636034"/>
              <a:gd name="connsiteX4" fmla="*/ 0 w 11030763"/>
              <a:gd name="connsiteY4" fmla="*/ 0 h 6636034"/>
              <a:gd name="connsiteX0" fmla="*/ 0 w 12896934"/>
              <a:gd name="connsiteY0" fmla="*/ 0 h 6652412"/>
              <a:gd name="connsiteX1" fmla="*/ 12896934 w 12896934"/>
              <a:gd name="connsiteY1" fmla="*/ 19374 h 6652412"/>
              <a:gd name="connsiteX2" fmla="*/ 12896934 w 12896934"/>
              <a:gd name="connsiteY2" fmla="*/ 6652411 h 6652412"/>
              <a:gd name="connsiteX3" fmla="*/ 11340580 w 12896934"/>
              <a:gd name="connsiteY3" fmla="*/ 6652412 h 6652412"/>
              <a:gd name="connsiteX4" fmla="*/ 0 w 12896934"/>
              <a:gd name="connsiteY4" fmla="*/ 0 h 6652412"/>
              <a:gd name="connsiteX0" fmla="*/ 0 w 10388639"/>
              <a:gd name="connsiteY0" fmla="*/ 0 h 6652412"/>
              <a:gd name="connsiteX1" fmla="*/ 10388639 w 10388639"/>
              <a:gd name="connsiteY1" fmla="*/ 19374 h 6652412"/>
              <a:gd name="connsiteX2" fmla="*/ 10388639 w 10388639"/>
              <a:gd name="connsiteY2" fmla="*/ 6652411 h 6652412"/>
              <a:gd name="connsiteX3" fmla="*/ 8832285 w 10388639"/>
              <a:gd name="connsiteY3" fmla="*/ 6652412 h 6652412"/>
              <a:gd name="connsiteX4" fmla="*/ 0 w 10388639"/>
              <a:gd name="connsiteY4" fmla="*/ 0 h 6652412"/>
              <a:gd name="connsiteX0" fmla="*/ 0 w 12204643"/>
              <a:gd name="connsiteY0" fmla="*/ 0 h 6644224"/>
              <a:gd name="connsiteX1" fmla="*/ 12204643 w 12204643"/>
              <a:gd name="connsiteY1" fmla="*/ 11186 h 6644224"/>
              <a:gd name="connsiteX2" fmla="*/ 12204643 w 12204643"/>
              <a:gd name="connsiteY2" fmla="*/ 6644223 h 6644224"/>
              <a:gd name="connsiteX3" fmla="*/ 10648289 w 12204643"/>
              <a:gd name="connsiteY3" fmla="*/ 6644224 h 6644224"/>
              <a:gd name="connsiteX4" fmla="*/ 0 w 12204643"/>
              <a:gd name="connsiteY4" fmla="*/ 0 h 6644224"/>
              <a:gd name="connsiteX0" fmla="*/ 0 w 12204643"/>
              <a:gd name="connsiteY0" fmla="*/ 0 h 6644225"/>
              <a:gd name="connsiteX1" fmla="*/ 12204643 w 12204643"/>
              <a:gd name="connsiteY1" fmla="*/ 11186 h 6644225"/>
              <a:gd name="connsiteX2" fmla="*/ 12204643 w 12204643"/>
              <a:gd name="connsiteY2" fmla="*/ 6644223 h 6644225"/>
              <a:gd name="connsiteX3" fmla="*/ 11159981 w 12204643"/>
              <a:gd name="connsiteY3" fmla="*/ 6644225 h 6644225"/>
              <a:gd name="connsiteX4" fmla="*/ 0 w 12204643"/>
              <a:gd name="connsiteY4" fmla="*/ 0 h 6644225"/>
              <a:gd name="connsiteX0" fmla="*/ 0 w 12265108"/>
              <a:gd name="connsiteY0" fmla="*/ 8468 h 6652693"/>
              <a:gd name="connsiteX1" fmla="*/ 12265108 w 12265108"/>
              <a:gd name="connsiteY1" fmla="*/ 0 h 6652693"/>
              <a:gd name="connsiteX2" fmla="*/ 12204643 w 12265108"/>
              <a:gd name="connsiteY2" fmla="*/ 6652691 h 6652693"/>
              <a:gd name="connsiteX3" fmla="*/ 11159981 w 12265108"/>
              <a:gd name="connsiteY3" fmla="*/ 6652693 h 6652693"/>
              <a:gd name="connsiteX4" fmla="*/ 0 w 12265108"/>
              <a:gd name="connsiteY4" fmla="*/ 8468 h 6652693"/>
              <a:gd name="connsiteX0" fmla="*/ 0 w 12295341"/>
              <a:gd name="connsiteY0" fmla="*/ 8468 h 6672345"/>
              <a:gd name="connsiteX1" fmla="*/ 12265108 w 12295341"/>
              <a:gd name="connsiteY1" fmla="*/ 0 h 6672345"/>
              <a:gd name="connsiteX2" fmla="*/ 12295341 w 12295341"/>
              <a:gd name="connsiteY2" fmla="*/ 6672345 h 6672345"/>
              <a:gd name="connsiteX3" fmla="*/ 11159981 w 12295341"/>
              <a:gd name="connsiteY3" fmla="*/ 6652693 h 6672345"/>
              <a:gd name="connsiteX4" fmla="*/ 0 w 12295341"/>
              <a:gd name="connsiteY4" fmla="*/ 8468 h 6672345"/>
              <a:gd name="connsiteX0" fmla="*/ 0 w 12295341"/>
              <a:gd name="connsiteY0" fmla="*/ 8468 h 6662518"/>
              <a:gd name="connsiteX1" fmla="*/ 12265108 w 12295341"/>
              <a:gd name="connsiteY1" fmla="*/ 0 h 6662518"/>
              <a:gd name="connsiteX2" fmla="*/ 12295341 w 12295341"/>
              <a:gd name="connsiteY2" fmla="*/ 6662518 h 6662518"/>
              <a:gd name="connsiteX3" fmla="*/ 11159981 w 12295341"/>
              <a:gd name="connsiteY3" fmla="*/ 6652693 h 6662518"/>
              <a:gd name="connsiteX4" fmla="*/ 0 w 12295341"/>
              <a:gd name="connsiteY4" fmla="*/ 8468 h 6662518"/>
              <a:gd name="connsiteX0" fmla="*/ 0 w 12295341"/>
              <a:gd name="connsiteY0" fmla="*/ 8468 h 6662518"/>
              <a:gd name="connsiteX1" fmla="*/ 12265108 w 12295341"/>
              <a:gd name="connsiteY1" fmla="*/ 0 h 6662518"/>
              <a:gd name="connsiteX2" fmla="*/ 12295341 w 12295341"/>
              <a:gd name="connsiteY2" fmla="*/ 6662518 h 6662518"/>
              <a:gd name="connsiteX3" fmla="*/ 11129749 w 12295341"/>
              <a:gd name="connsiteY3" fmla="*/ 6652693 h 6662518"/>
              <a:gd name="connsiteX4" fmla="*/ 0 w 12295341"/>
              <a:gd name="connsiteY4" fmla="*/ 8468 h 6662518"/>
              <a:gd name="connsiteX0" fmla="*/ 0 w 12295341"/>
              <a:gd name="connsiteY0" fmla="*/ 8468 h 6672347"/>
              <a:gd name="connsiteX1" fmla="*/ 12265108 w 12295341"/>
              <a:gd name="connsiteY1" fmla="*/ 0 h 6672347"/>
              <a:gd name="connsiteX2" fmla="*/ 12295341 w 12295341"/>
              <a:gd name="connsiteY2" fmla="*/ 6662518 h 6672347"/>
              <a:gd name="connsiteX3" fmla="*/ 11129749 w 12295341"/>
              <a:gd name="connsiteY3" fmla="*/ 6672347 h 6672347"/>
              <a:gd name="connsiteX4" fmla="*/ 0 w 12295341"/>
              <a:gd name="connsiteY4" fmla="*/ 8468 h 6672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5341" h="6672347">
                <a:moveTo>
                  <a:pt x="0" y="8468"/>
                </a:moveTo>
                <a:lnTo>
                  <a:pt x="12265108" y="0"/>
                </a:lnTo>
                <a:lnTo>
                  <a:pt x="12295341" y="6662518"/>
                </a:lnTo>
                <a:lnTo>
                  <a:pt x="11129749" y="6672347"/>
                </a:lnTo>
                <a:lnTo>
                  <a:pt x="0" y="8468"/>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Title 9"/>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3"/>
          </p:nvPr>
        </p:nvSpPr>
        <p:spPr>
          <a:xfrm>
            <a:off x="6990080" y="3444240"/>
            <a:ext cx="2834958" cy="2743200"/>
          </a:xfrm>
        </p:spPr>
        <p:txBody>
          <a:bodyPr>
            <a:normAutofit/>
          </a:bodyPr>
          <a:lstStyle>
            <a:lvl1pPr>
              <a:defRPr sz="1600"/>
            </a:lvl1pPr>
          </a:lstStyle>
          <a:p>
            <a:pPr lvl="0"/>
            <a:r>
              <a:rPr lang="en-US"/>
              <a:t>Click to edit Master text styles</a:t>
            </a:r>
          </a:p>
        </p:txBody>
      </p:sp>
      <p:sp>
        <p:nvSpPr>
          <p:cNvPr id="13" name="Text Placeholder 21"/>
          <p:cNvSpPr>
            <a:spLocks noGrp="1"/>
          </p:cNvSpPr>
          <p:nvPr>
            <p:ph type="body" sz="quarter" idx="16"/>
          </p:nvPr>
        </p:nvSpPr>
        <p:spPr>
          <a:xfrm>
            <a:off x="6990080" y="1554480"/>
            <a:ext cx="2834640" cy="1737360"/>
          </a:xfrm>
        </p:spPr>
        <p:txBody>
          <a:bodyPr anchor="b">
            <a:normAutofit/>
          </a:bodyPr>
          <a:lstStyle>
            <a:lvl1pPr marL="0" indent="0">
              <a:buFont typeface="Arial" panose="020B0604020202020204" pitchFamily="34" charset="0"/>
              <a:buNone/>
              <a:defRPr sz="2400" b="0">
                <a:solidFill>
                  <a:schemeClr val="accent5"/>
                </a:solidFill>
              </a:defRPr>
            </a:lvl1pPr>
            <a:lvl2pPr marL="457200" indent="0">
              <a:buNone/>
              <a:defRPr>
                <a:solidFill>
                  <a:schemeClr val="accent1"/>
                </a:solidFill>
              </a:defRPr>
            </a:lvl2pPr>
            <a:lvl3pPr marL="914400" indent="0">
              <a:buNone/>
              <a:defRPr>
                <a:solidFill>
                  <a:schemeClr val="accent1"/>
                </a:solidFill>
              </a:defRPr>
            </a:lvl3pPr>
            <a:lvl4pPr marL="1371600" indent="0">
              <a:buNone/>
              <a:defRPr>
                <a:solidFill>
                  <a:schemeClr val="accent1"/>
                </a:solidFill>
              </a:defRPr>
            </a:lvl4pPr>
            <a:lvl5pPr marL="1828800" indent="0">
              <a:buNone/>
              <a:defRPr>
                <a:solidFill>
                  <a:schemeClr val="accent1"/>
                </a:solidFill>
              </a:defRPr>
            </a:lvl5pPr>
          </a:lstStyle>
          <a:p>
            <a:pPr lvl="0"/>
            <a:r>
              <a:rPr lang="en-US"/>
              <a:t>Click to edit Master text styles</a:t>
            </a:r>
          </a:p>
        </p:txBody>
      </p:sp>
      <p:sp>
        <p:nvSpPr>
          <p:cNvPr id="3" name="Slide Number Placeholder 2"/>
          <p:cNvSpPr>
            <a:spLocks noGrp="1"/>
          </p:cNvSpPr>
          <p:nvPr>
            <p:ph type="sldNum" sz="quarter" idx="10"/>
          </p:nvPr>
        </p:nvSpPr>
        <p:spPr/>
        <p:txBody>
          <a:bodyPr/>
          <a:lstStyle>
            <a:lvl1pPr>
              <a:defRPr>
                <a:solidFill>
                  <a:schemeClr val="bg1"/>
                </a:solidFill>
              </a:defRPr>
            </a:lvl1pPr>
          </a:lstStyle>
          <a:p>
            <a:fld id="{D4F7D0B0-7E7B-4879-A888-F5F2D3156A72}" type="slidenum">
              <a:rPr lang="en-US" smtClean="0"/>
              <a:pPr/>
              <a:t>‹#›</a:t>
            </a:fld>
            <a:endParaRPr lang="en-US" dirty="0"/>
          </a:p>
        </p:txBody>
      </p:sp>
      <p:pic>
        <p:nvPicPr>
          <p:cNvPr id="14" name="Picture 13" descr="CrownWhite.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613757" y="141271"/>
            <a:ext cx="434787" cy="340180"/>
          </a:xfrm>
          <a:prstGeom prst="rect">
            <a:avLst/>
          </a:prstGeom>
        </p:spPr>
      </p:pic>
    </p:spTree>
    <p:extLst>
      <p:ext uri="{BB962C8B-B14F-4D97-AF65-F5344CB8AC3E}">
        <p14:creationId xmlns:p14="http://schemas.microsoft.com/office/powerpoint/2010/main" val="393211379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 Column - Light Blue">
    <p:spTree>
      <p:nvGrpSpPr>
        <p:cNvPr id="1" name=""/>
        <p:cNvGrpSpPr/>
        <p:nvPr/>
      </p:nvGrpSpPr>
      <p:grpSpPr>
        <a:xfrm>
          <a:off x="0" y="0"/>
          <a:ext cx="0" cy="0"/>
          <a:chOff x="0" y="0"/>
          <a:chExt cx="0" cy="0"/>
        </a:xfrm>
      </p:grpSpPr>
      <p:sp>
        <p:nvSpPr>
          <p:cNvPr id="11" name="Right Triangle 10"/>
          <p:cNvSpPr/>
          <p:nvPr userDrawn="1"/>
        </p:nvSpPr>
        <p:spPr>
          <a:xfrm rot="10800000" flipH="1" flipV="1">
            <a:off x="4460240" y="2580640"/>
            <a:ext cx="2854956" cy="4297680"/>
          </a:xfrm>
          <a:prstGeom prst="rtTriangl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flipV="1">
            <a:off x="-8789" y="-20320"/>
            <a:ext cx="7794716" cy="6898640"/>
          </a:xfrm>
          <a:custGeom>
            <a:avLst/>
            <a:gdLst>
              <a:gd name="connsiteX0" fmla="*/ 0 w 4025356"/>
              <a:gd name="connsiteY0" fmla="*/ 0 h 6858000"/>
              <a:gd name="connsiteX1" fmla="*/ 4025356 w 4025356"/>
              <a:gd name="connsiteY1" fmla="*/ 0 h 6858000"/>
              <a:gd name="connsiteX2" fmla="*/ 4025356 w 4025356"/>
              <a:gd name="connsiteY2" fmla="*/ 6858000 h 6858000"/>
              <a:gd name="connsiteX3" fmla="*/ 0 w 4025356"/>
              <a:gd name="connsiteY3" fmla="*/ 6858000 h 6858000"/>
              <a:gd name="connsiteX4" fmla="*/ 0 w 4025356"/>
              <a:gd name="connsiteY4" fmla="*/ 0 h 6858000"/>
              <a:gd name="connsiteX0" fmla="*/ 0 w 9633676"/>
              <a:gd name="connsiteY0" fmla="*/ 0 h 6888480"/>
              <a:gd name="connsiteX1" fmla="*/ 4025356 w 9633676"/>
              <a:gd name="connsiteY1" fmla="*/ 0 h 6888480"/>
              <a:gd name="connsiteX2" fmla="*/ 9633676 w 9633676"/>
              <a:gd name="connsiteY2" fmla="*/ 6888480 h 6888480"/>
              <a:gd name="connsiteX3" fmla="*/ 0 w 9633676"/>
              <a:gd name="connsiteY3" fmla="*/ 6858000 h 6888480"/>
              <a:gd name="connsiteX4" fmla="*/ 0 w 9633676"/>
              <a:gd name="connsiteY4" fmla="*/ 0 h 6888480"/>
              <a:gd name="connsiteX0" fmla="*/ 0 w 9633676"/>
              <a:gd name="connsiteY0" fmla="*/ 0 h 6888480"/>
              <a:gd name="connsiteX1" fmla="*/ 4025356 w 9633676"/>
              <a:gd name="connsiteY1" fmla="*/ 0 h 6888480"/>
              <a:gd name="connsiteX2" fmla="*/ 9633676 w 9633676"/>
              <a:gd name="connsiteY2" fmla="*/ 6888480 h 6888480"/>
              <a:gd name="connsiteX3" fmla="*/ 10160 w 9633676"/>
              <a:gd name="connsiteY3" fmla="*/ 6888480 h 6888480"/>
              <a:gd name="connsiteX4" fmla="*/ 0 w 9633676"/>
              <a:gd name="connsiteY4" fmla="*/ 0 h 6888480"/>
              <a:gd name="connsiteX0" fmla="*/ 0 w 7774396"/>
              <a:gd name="connsiteY0" fmla="*/ 0 h 6888480"/>
              <a:gd name="connsiteX1" fmla="*/ 4025356 w 7774396"/>
              <a:gd name="connsiteY1" fmla="*/ 0 h 6888480"/>
              <a:gd name="connsiteX2" fmla="*/ 7774396 w 7774396"/>
              <a:gd name="connsiteY2" fmla="*/ 6807200 h 6888480"/>
              <a:gd name="connsiteX3" fmla="*/ 10160 w 7774396"/>
              <a:gd name="connsiteY3" fmla="*/ 6888480 h 6888480"/>
              <a:gd name="connsiteX4" fmla="*/ 0 w 7774396"/>
              <a:gd name="connsiteY4" fmla="*/ 0 h 6888480"/>
              <a:gd name="connsiteX0" fmla="*/ 0 w 7794716"/>
              <a:gd name="connsiteY0" fmla="*/ 0 h 6898640"/>
              <a:gd name="connsiteX1" fmla="*/ 4025356 w 7794716"/>
              <a:gd name="connsiteY1" fmla="*/ 0 h 6898640"/>
              <a:gd name="connsiteX2" fmla="*/ 7794716 w 7794716"/>
              <a:gd name="connsiteY2" fmla="*/ 6898640 h 6898640"/>
              <a:gd name="connsiteX3" fmla="*/ 10160 w 7794716"/>
              <a:gd name="connsiteY3" fmla="*/ 6888480 h 6898640"/>
              <a:gd name="connsiteX4" fmla="*/ 0 w 7794716"/>
              <a:gd name="connsiteY4" fmla="*/ 0 h 6898640"/>
              <a:gd name="connsiteX0" fmla="*/ 0 w 7794716"/>
              <a:gd name="connsiteY0" fmla="*/ 0 h 6898640"/>
              <a:gd name="connsiteX1" fmla="*/ 4929596 w 7794716"/>
              <a:gd name="connsiteY1" fmla="*/ 0 h 6898640"/>
              <a:gd name="connsiteX2" fmla="*/ 7794716 w 7794716"/>
              <a:gd name="connsiteY2" fmla="*/ 6898640 h 6898640"/>
              <a:gd name="connsiteX3" fmla="*/ 10160 w 7794716"/>
              <a:gd name="connsiteY3" fmla="*/ 6888480 h 6898640"/>
              <a:gd name="connsiteX4" fmla="*/ 0 w 7794716"/>
              <a:gd name="connsiteY4" fmla="*/ 0 h 6898640"/>
              <a:gd name="connsiteX0" fmla="*/ 0 w 7794716"/>
              <a:gd name="connsiteY0" fmla="*/ 0 h 6898640"/>
              <a:gd name="connsiteX1" fmla="*/ 5640796 w 7794716"/>
              <a:gd name="connsiteY1" fmla="*/ 30480 h 6898640"/>
              <a:gd name="connsiteX2" fmla="*/ 7794716 w 7794716"/>
              <a:gd name="connsiteY2" fmla="*/ 6898640 h 6898640"/>
              <a:gd name="connsiteX3" fmla="*/ 10160 w 7794716"/>
              <a:gd name="connsiteY3" fmla="*/ 6888480 h 6898640"/>
              <a:gd name="connsiteX4" fmla="*/ 0 w 7794716"/>
              <a:gd name="connsiteY4" fmla="*/ 0 h 689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94716" h="6898640">
                <a:moveTo>
                  <a:pt x="0" y="0"/>
                </a:moveTo>
                <a:lnTo>
                  <a:pt x="5640796" y="30480"/>
                </a:lnTo>
                <a:lnTo>
                  <a:pt x="7794716" y="6898640"/>
                </a:lnTo>
                <a:lnTo>
                  <a:pt x="10160" y="6888480"/>
                </a:lnTo>
                <a:cubicBezTo>
                  <a:pt x="6773" y="4592320"/>
                  <a:pt x="3387" y="2296160"/>
                  <a:pt x="0" y="0"/>
                </a:cubicBezTo>
                <a:close/>
              </a:path>
            </a:pathLst>
          </a:cu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1"/>
          </p:nvPr>
        </p:nvSpPr>
        <p:spPr/>
        <p:txBody>
          <a:bodyPr/>
          <a:lstStyle/>
          <a:p>
            <a:fld id="{D4F7D0B0-7E7B-4879-A888-F5F2D3156A72}" type="slidenum">
              <a:rPr lang="en-US" smtClean="0"/>
              <a:pPr/>
              <a:t>‹#›</a:t>
            </a:fld>
            <a:endParaRPr lang="en-US" dirty="0"/>
          </a:p>
        </p:txBody>
      </p:sp>
      <p:sp>
        <p:nvSpPr>
          <p:cNvPr id="13" name="Content Placeholder 17"/>
          <p:cNvSpPr>
            <a:spLocks noGrp="1"/>
          </p:cNvSpPr>
          <p:nvPr>
            <p:ph sz="quarter" idx="15"/>
          </p:nvPr>
        </p:nvSpPr>
        <p:spPr>
          <a:xfrm>
            <a:off x="7569200" y="1778000"/>
            <a:ext cx="4175760" cy="44297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6"/>
          </p:nvPr>
        </p:nvSpPr>
        <p:spPr>
          <a:xfrm>
            <a:off x="7569200" y="485726"/>
            <a:ext cx="4175760" cy="1170354"/>
          </a:xfrm>
        </p:spPr>
        <p:txBody>
          <a:bodyPr anchor="b">
            <a:normAutofit/>
          </a:bodyPr>
          <a:lstStyle>
            <a:lvl1pPr marL="0" indent="0">
              <a:buFont typeface="Arial" panose="020B0604020202020204" pitchFamily="34" charset="0"/>
              <a:buNone/>
              <a:defRPr sz="2400" b="0">
                <a:solidFill>
                  <a:schemeClr val="accent1"/>
                </a:solidFill>
              </a:defRPr>
            </a:lvl1pPr>
            <a:lvl2pPr marL="457200" indent="0">
              <a:buNone/>
              <a:defRPr>
                <a:solidFill>
                  <a:schemeClr val="accent1"/>
                </a:solidFill>
              </a:defRPr>
            </a:lvl2pPr>
            <a:lvl3pPr marL="914400" indent="0">
              <a:buNone/>
              <a:defRPr>
                <a:solidFill>
                  <a:schemeClr val="accent1"/>
                </a:solidFill>
              </a:defRPr>
            </a:lvl3pPr>
            <a:lvl4pPr marL="1371600" indent="0">
              <a:buNone/>
              <a:defRPr>
                <a:solidFill>
                  <a:schemeClr val="accent1"/>
                </a:solidFill>
              </a:defRPr>
            </a:lvl4pPr>
            <a:lvl5pPr marL="1828800" indent="0">
              <a:buNone/>
              <a:defRPr>
                <a:solidFill>
                  <a:schemeClr val="accent1"/>
                </a:solidFill>
              </a:defRPr>
            </a:lvl5pPr>
          </a:lstStyle>
          <a:p>
            <a:pPr lvl="0"/>
            <a:r>
              <a:rPr lang="en-US"/>
              <a:t>Click to edit Master text styles</a:t>
            </a:r>
          </a:p>
        </p:txBody>
      </p:sp>
      <p:sp>
        <p:nvSpPr>
          <p:cNvPr id="8" name="Text Placeholder 7"/>
          <p:cNvSpPr>
            <a:spLocks noGrp="1"/>
          </p:cNvSpPr>
          <p:nvPr>
            <p:ph type="body" sz="quarter" idx="17"/>
          </p:nvPr>
        </p:nvSpPr>
        <p:spPr>
          <a:xfrm>
            <a:off x="427039" y="1778000"/>
            <a:ext cx="5272722" cy="4429125"/>
          </a:xfr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p:cNvSpPr>
            <a:spLocks noGrp="1"/>
          </p:cNvSpPr>
          <p:nvPr>
            <p:ph type="title"/>
          </p:nvPr>
        </p:nvSpPr>
        <p:spPr>
          <a:xfrm>
            <a:off x="439615" y="365126"/>
            <a:ext cx="6702865" cy="1199514"/>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7761534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Column - Aqua">
    <p:spTree>
      <p:nvGrpSpPr>
        <p:cNvPr id="1" name=""/>
        <p:cNvGrpSpPr/>
        <p:nvPr/>
      </p:nvGrpSpPr>
      <p:grpSpPr>
        <a:xfrm>
          <a:off x="0" y="0"/>
          <a:ext cx="0" cy="0"/>
          <a:chOff x="0" y="0"/>
          <a:chExt cx="0" cy="0"/>
        </a:xfrm>
      </p:grpSpPr>
      <p:sp>
        <p:nvSpPr>
          <p:cNvPr id="11" name="Right Triangle 10"/>
          <p:cNvSpPr/>
          <p:nvPr userDrawn="1"/>
        </p:nvSpPr>
        <p:spPr>
          <a:xfrm rot="10800000" flipH="1" flipV="1">
            <a:off x="4460240" y="2580640"/>
            <a:ext cx="2854956" cy="4297680"/>
          </a:xfrm>
          <a:prstGeom prst="rtTriangle">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flipV="1">
            <a:off x="-8789" y="-20320"/>
            <a:ext cx="7794716" cy="6898640"/>
          </a:xfrm>
          <a:custGeom>
            <a:avLst/>
            <a:gdLst>
              <a:gd name="connsiteX0" fmla="*/ 0 w 4025356"/>
              <a:gd name="connsiteY0" fmla="*/ 0 h 6858000"/>
              <a:gd name="connsiteX1" fmla="*/ 4025356 w 4025356"/>
              <a:gd name="connsiteY1" fmla="*/ 0 h 6858000"/>
              <a:gd name="connsiteX2" fmla="*/ 4025356 w 4025356"/>
              <a:gd name="connsiteY2" fmla="*/ 6858000 h 6858000"/>
              <a:gd name="connsiteX3" fmla="*/ 0 w 4025356"/>
              <a:gd name="connsiteY3" fmla="*/ 6858000 h 6858000"/>
              <a:gd name="connsiteX4" fmla="*/ 0 w 4025356"/>
              <a:gd name="connsiteY4" fmla="*/ 0 h 6858000"/>
              <a:gd name="connsiteX0" fmla="*/ 0 w 9633676"/>
              <a:gd name="connsiteY0" fmla="*/ 0 h 6888480"/>
              <a:gd name="connsiteX1" fmla="*/ 4025356 w 9633676"/>
              <a:gd name="connsiteY1" fmla="*/ 0 h 6888480"/>
              <a:gd name="connsiteX2" fmla="*/ 9633676 w 9633676"/>
              <a:gd name="connsiteY2" fmla="*/ 6888480 h 6888480"/>
              <a:gd name="connsiteX3" fmla="*/ 0 w 9633676"/>
              <a:gd name="connsiteY3" fmla="*/ 6858000 h 6888480"/>
              <a:gd name="connsiteX4" fmla="*/ 0 w 9633676"/>
              <a:gd name="connsiteY4" fmla="*/ 0 h 6888480"/>
              <a:gd name="connsiteX0" fmla="*/ 0 w 9633676"/>
              <a:gd name="connsiteY0" fmla="*/ 0 h 6888480"/>
              <a:gd name="connsiteX1" fmla="*/ 4025356 w 9633676"/>
              <a:gd name="connsiteY1" fmla="*/ 0 h 6888480"/>
              <a:gd name="connsiteX2" fmla="*/ 9633676 w 9633676"/>
              <a:gd name="connsiteY2" fmla="*/ 6888480 h 6888480"/>
              <a:gd name="connsiteX3" fmla="*/ 10160 w 9633676"/>
              <a:gd name="connsiteY3" fmla="*/ 6888480 h 6888480"/>
              <a:gd name="connsiteX4" fmla="*/ 0 w 9633676"/>
              <a:gd name="connsiteY4" fmla="*/ 0 h 6888480"/>
              <a:gd name="connsiteX0" fmla="*/ 0 w 7774396"/>
              <a:gd name="connsiteY0" fmla="*/ 0 h 6888480"/>
              <a:gd name="connsiteX1" fmla="*/ 4025356 w 7774396"/>
              <a:gd name="connsiteY1" fmla="*/ 0 h 6888480"/>
              <a:gd name="connsiteX2" fmla="*/ 7774396 w 7774396"/>
              <a:gd name="connsiteY2" fmla="*/ 6807200 h 6888480"/>
              <a:gd name="connsiteX3" fmla="*/ 10160 w 7774396"/>
              <a:gd name="connsiteY3" fmla="*/ 6888480 h 6888480"/>
              <a:gd name="connsiteX4" fmla="*/ 0 w 7774396"/>
              <a:gd name="connsiteY4" fmla="*/ 0 h 6888480"/>
              <a:gd name="connsiteX0" fmla="*/ 0 w 7794716"/>
              <a:gd name="connsiteY0" fmla="*/ 0 h 6898640"/>
              <a:gd name="connsiteX1" fmla="*/ 4025356 w 7794716"/>
              <a:gd name="connsiteY1" fmla="*/ 0 h 6898640"/>
              <a:gd name="connsiteX2" fmla="*/ 7794716 w 7794716"/>
              <a:gd name="connsiteY2" fmla="*/ 6898640 h 6898640"/>
              <a:gd name="connsiteX3" fmla="*/ 10160 w 7794716"/>
              <a:gd name="connsiteY3" fmla="*/ 6888480 h 6898640"/>
              <a:gd name="connsiteX4" fmla="*/ 0 w 7794716"/>
              <a:gd name="connsiteY4" fmla="*/ 0 h 6898640"/>
              <a:gd name="connsiteX0" fmla="*/ 0 w 7794716"/>
              <a:gd name="connsiteY0" fmla="*/ 0 h 6898640"/>
              <a:gd name="connsiteX1" fmla="*/ 4929596 w 7794716"/>
              <a:gd name="connsiteY1" fmla="*/ 0 h 6898640"/>
              <a:gd name="connsiteX2" fmla="*/ 7794716 w 7794716"/>
              <a:gd name="connsiteY2" fmla="*/ 6898640 h 6898640"/>
              <a:gd name="connsiteX3" fmla="*/ 10160 w 7794716"/>
              <a:gd name="connsiteY3" fmla="*/ 6888480 h 6898640"/>
              <a:gd name="connsiteX4" fmla="*/ 0 w 7794716"/>
              <a:gd name="connsiteY4" fmla="*/ 0 h 6898640"/>
              <a:gd name="connsiteX0" fmla="*/ 0 w 7794716"/>
              <a:gd name="connsiteY0" fmla="*/ 0 h 6898640"/>
              <a:gd name="connsiteX1" fmla="*/ 5640796 w 7794716"/>
              <a:gd name="connsiteY1" fmla="*/ 30480 h 6898640"/>
              <a:gd name="connsiteX2" fmla="*/ 7794716 w 7794716"/>
              <a:gd name="connsiteY2" fmla="*/ 6898640 h 6898640"/>
              <a:gd name="connsiteX3" fmla="*/ 10160 w 7794716"/>
              <a:gd name="connsiteY3" fmla="*/ 6888480 h 6898640"/>
              <a:gd name="connsiteX4" fmla="*/ 0 w 7794716"/>
              <a:gd name="connsiteY4" fmla="*/ 0 h 689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94716" h="6898640">
                <a:moveTo>
                  <a:pt x="0" y="0"/>
                </a:moveTo>
                <a:lnTo>
                  <a:pt x="5640796" y="30480"/>
                </a:lnTo>
                <a:lnTo>
                  <a:pt x="7794716" y="6898640"/>
                </a:lnTo>
                <a:lnTo>
                  <a:pt x="10160" y="6888480"/>
                </a:lnTo>
                <a:cubicBezTo>
                  <a:pt x="6773" y="4592320"/>
                  <a:pt x="3387" y="2296160"/>
                  <a:pt x="0" y="0"/>
                </a:cubicBezTo>
                <a:close/>
              </a:path>
            </a:pathLst>
          </a:cu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1"/>
          </p:nvPr>
        </p:nvSpPr>
        <p:spPr/>
        <p:txBody>
          <a:bodyPr/>
          <a:lstStyle/>
          <a:p>
            <a:fld id="{D4F7D0B0-7E7B-4879-A888-F5F2D3156A72}" type="slidenum">
              <a:rPr lang="en-US" smtClean="0"/>
              <a:pPr/>
              <a:t>‹#›</a:t>
            </a:fld>
            <a:endParaRPr lang="en-US" dirty="0"/>
          </a:p>
        </p:txBody>
      </p:sp>
      <p:sp>
        <p:nvSpPr>
          <p:cNvPr id="13" name="Content Placeholder 17"/>
          <p:cNvSpPr>
            <a:spLocks noGrp="1"/>
          </p:cNvSpPr>
          <p:nvPr>
            <p:ph sz="quarter" idx="15"/>
          </p:nvPr>
        </p:nvSpPr>
        <p:spPr>
          <a:xfrm>
            <a:off x="7569200" y="1778000"/>
            <a:ext cx="4175760" cy="4429759"/>
          </a:xfrm>
        </p:spPr>
        <p:txBody>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6"/>
          </p:nvPr>
        </p:nvSpPr>
        <p:spPr>
          <a:xfrm>
            <a:off x="7569200" y="485726"/>
            <a:ext cx="4175760" cy="1170354"/>
          </a:xfrm>
        </p:spPr>
        <p:txBody>
          <a:bodyPr anchor="b">
            <a:normAutofit/>
          </a:bodyPr>
          <a:lstStyle>
            <a:lvl1pPr marL="0" indent="0">
              <a:buFont typeface="Arial" panose="020B0604020202020204" pitchFamily="34" charset="0"/>
              <a:buNone/>
              <a:defRPr sz="2400" b="0">
                <a:solidFill>
                  <a:schemeClr val="accent2"/>
                </a:solidFill>
              </a:defRPr>
            </a:lvl1pPr>
            <a:lvl2pPr marL="457200" indent="0">
              <a:buNone/>
              <a:defRPr>
                <a:solidFill>
                  <a:schemeClr val="accent1"/>
                </a:solidFill>
              </a:defRPr>
            </a:lvl2pPr>
            <a:lvl3pPr marL="914400" indent="0">
              <a:buNone/>
              <a:defRPr>
                <a:solidFill>
                  <a:schemeClr val="accent1"/>
                </a:solidFill>
              </a:defRPr>
            </a:lvl3pPr>
            <a:lvl4pPr marL="1371600" indent="0">
              <a:buNone/>
              <a:defRPr>
                <a:solidFill>
                  <a:schemeClr val="accent1"/>
                </a:solidFill>
              </a:defRPr>
            </a:lvl4pPr>
            <a:lvl5pPr marL="1828800" indent="0">
              <a:buNone/>
              <a:defRPr>
                <a:solidFill>
                  <a:schemeClr val="accent1"/>
                </a:solidFill>
              </a:defRPr>
            </a:lvl5pPr>
          </a:lstStyle>
          <a:p>
            <a:pPr lvl="0"/>
            <a:r>
              <a:rPr lang="en-US"/>
              <a:t>Click to edit Master text styles</a:t>
            </a:r>
          </a:p>
        </p:txBody>
      </p:sp>
      <p:sp>
        <p:nvSpPr>
          <p:cNvPr id="8" name="Text Placeholder 7"/>
          <p:cNvSpPr>
            <a:spLocks noGrp="1"/>
          </p:cNvSpPr>
          <p:nvPr>
            <p:ph type="body" sz="quarter" idx="17"/>
          </p:nvPr>
        </p:nvSpPr>
        <p:spPr>
          <a:xfrm>
            <a:off x="427039" y="1778000"/>
            <a:ext cx="5272722" cy="4429125"/>
          </a:xfrm>
        </p:spPr>
        <p:txBody>
          <a:bodyPr/>
          <a:lstStyle>
            <a:lvl1pPr>
              <a:defRPr>
                <a:solidFill>
                  <a:srgbClr val="FFFFFF"/>
                </a:solidFill>
              </a:defRPr>
            </a:lvl1pPr>
            <a:lvl2pPr>
              <a:defRPr>
                <a:solidFill>
                  <a:srgbClr val="FFFFFF"/>
                </a:solidFill>
              </a:defRPr>
            </a:lvl2pPr>
            <a:lvl3pPr>
              <a:defRPr sz="1600">
                <a:solidFill>
                  <a:srgbClr val="FFFFFF"/>
                </a:solidFill>
              </a:defRPr>
            </a:lvl3pPr>
            <a:lvl4pPr>
              <a:defRPr>
                <a:solidFill>
                  <a:srgbClr val="FFFFFF"/>
                </a:solidFill>
              </a:defRPr>
            </a:lvl4pPr>
            <a:lvl5pPr>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p:cNvSpPr>
            <a:spLocks noGrp="1"/>
          </p:cNvSpPr>
          <p:nvPr>
            <p:ph type="title"/>
          </p:nvPr>
        </p:nvSpPr>
        <p:spPr>
          <a:xfrm>
            <a:off x="439615" y="365126"/>
            <a:ext cx="6702865" cy="1199514"/>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61330151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2 Column - Green">
    <p:spTree>
      <p:nvGrpSpPr>
        <p:cNvPr id="1" name=""/>
        <p:cNvGrpSpPr/>
        <p:nvPr/>
      </p:nvGrpSpPr>
      <p:grpSpPr>
        <a:xfrm>
          <a:off x="0" y="0"/>
          <a:ext cx="0" cy="0"/>
          <a:chOff x="0" y="0"/>
          <a:chExt cx="0" cy="0"/>
        </a:xfrm>
      </p:grpSpPr>
      <p:sp>
        <p:nvSpPr>
          <p:cNvPr id="11" name="Right Triangle 10"/>
          <p:cNvSpPr/>
          <p:nvPr userDrawn="1"/>
        </p:nvSpPr>
        <p:spPr>
          <a:xfrm rot="10800000" flipH="1" flipV="1">
            <a:off x="4460240" y="2580640"/>
            <a:ext cx="2854956" cy="4297680"/>
          </a:xfrm>
          <a:prstGeom prst="rtTriangl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flipV="1">
            <a:off x="-8789" y="-20320"/>
            <a:ext cx="7794716" cy="6898640"/>
          </a:xfrm>
          <a:custGeom>
            <a:avLst/>
            <a:gdLst>
              <a:gd name="connsiteX0" fmla="*/ 0 w 4025356"/>
              <a:gd name="connsiteY0" fmla="*/ 0 h 6858000"/>
              <a:gd name="connsiteX1" fmla="*/ 4025356 w 4025356"/>
              <a:gd name="connsiteY1" fmla="*/ 0 h 6858000"/>
              <a:gd name="connsiteX2" fmla="*/ 4025356 w 4025356"/>
              <a:gd name="connsiteY2" fmla="*/ 6858000 h 6858000"/>
              <a:gd name="connsiteX3" fmla="*/ 0 w 4025356"/>
              <a:gd name="connsiteY3" fmla="*/ 6858000 h 6858000"/>
              <a:gd name="connsiteX4" fmla="*/ 0 w 4025356"/>
              <a:gd name="connsiteY4" fmla="*/ 0 h 6858000"/>
              <a:gd name="connsiteX0" fmla="*/ 0 w 9633676"/>
              <a:gd name="connsiteY0" fmla="*/ 0 h 6888480"/>
              <a:gd name="connsiteX1" fmla="*/ 4025356 w 9633676"/>
              <a:gd name="connsiteY1" fmla="*/ 0 h 6888480"/>
              <a:gd name="connsiteX2" fmla="*/ 9633676 w 9633676"/>
              <a:gd name="connsiteY2" fmla="*/ 6888480 h 6888480"/>
              <a:gd name="connsiteX3" fmla="*/ 0 w 9633676"/>
              <a:gd name="connsiteY3" fmla="*/ 6858000 h 6888480"/>
              <a:gd name="connsiteX4" fmla="*/ 0 w 9633676"/>
              <a:gd name="connsiteY4" fmla="*/ 0 h 6888480"/>
              <a:gd name="connsiteX0" fmla="*/ 0 w 9633676"/>
              <a:gd name="connsiteY0" fmla="*/ 0 h 6888480"/>
              <a:gd name="connsiteX1" fmla="*/ 4025356 w 9633676"/>
              <a:gd name="connsiteY1" fmla="*/ 0 h 6888480"/>
              <a:gd name="connsiteX2" fmla="*/ 9633676 w 9633676"/>
              <a:gd name="connsiteY2" fmla="*/ 6888480 h 6888480"/>
              <a:gd name="connsiteX3" fmla="*/ 10160 w 9633676"/>
              <a:gd name="connsiteY3" fmla="*/ 6888480 h 6888480"/>
              <a:gd name="connsiteX4" fmla="*/ 0 w 9633676"/>
              <a:gd name="connsiteY4" fmla="*/ 0 h 6888480"/>
              <a:gd name="connsiteX0" fmla="*/ 0 w 7774396"/>
              <a:gd name="connsiteY0" fmla="*/ 0 h 6888480"/>
              <a:gd name="connsiteX1" fmla="*/ 4025356 w 7774396"/>
              <a:gd name="connsiteY1" fmla="*/ 0 h 6888480"/>
              <a:gd name="connsiteX2" fmla="*/ 7774396 w 7774396"/>
              <a:gd name="connsiteY2" fmla="*/ 6807200 h 6888480"/>
              <a:gd name="connsiteX3" fmla="*/ 10160 w 7774396"/>
              <a:gd name="connsiteY3" fmla="*/ 6888480 h 6888480"/>
              <a:gd name="connsiteX4" fmla="*/ 0 w 7774396"/>
              <a:gd name="connsiteY4" fmla="*/ 0 h 6888480"/>
              <a:gd name="connsiteX0" fmla="*/ 0 w 7794716"/>
              <a:gd name="connsiteY0" fmla="*/ 0 h 6898640"/>
              <a:gd name="connsiteX1" fmla="*/ 4025356 w 7794716"/>
              <a:gd name="connsiteY1" fmla="*/ 0 h 6898640"/>
              <a:gd name="connsiteX2" fmla="*/ 7794716 w 7794716"/>
              <a:gd name="connsiteY2" fmla="*/ 6898640 h 6898640"/>
              <a:gd name="connsiteX3" fmla="*/ 10160 w 7794716"/>
              <a:gd name="connsiteY3" fmla="*/ 6888480 h 6898640"/>
              <a:gd name="connsiteX4" fmla="*/ 0 w 7794716"/>
              <a:gd name="connsiteY4" fmla="*/ 0 h 6898640"/>
              <a:gd name="connsiteX0" fmla="*/ 0 w 7794716"/>
              <a:gd name="connsiteY0" fmla="*/ 0 h 6898640"/>
              <a:gd name="connsiteX1" fmla="*/ 4929596 w 7794716"/>
              <a:gd name="connsiteY1" fmla="*/ 0 h 6898640"/>
              <a:gd name="connsiteX2" fmla="*/ 7794716 w 7794716"/>
              <a:gd name="connsiteY2" fmla="*/ 6898640 h 6898640"/>
              <a:gd name="connsiteX3" fmla="*/ 10160 w 7794716"/>
              <a:gd name="connsiteY3" fmla="*/ 6888480 h 6898640"/>
              <a:gd name="connsiteX4" fmla="*/ 0 w 7794716"/>
              <a:gd name="connsiteY4" fmla="*/ 0 h 6898640"/>
              <a:gd name="connsiteX0" fmla="*/ 0 w 7794716"/>
              <a:gd name="connsiteY0" fmla="*/ 0 h 6898640"/>
              <a:gd name="connsiteX1" fmla="*/ 5640796 w 7794716"/>
              <a:gd name="connsiteY1" fmla="*/ 30480 h 6898640"/>
              <a:gd name="connsiteX2" fmla="*/ 7794716 w 7794716"/>
              <a:gd name="connsiteY2" fmla="*/ 6898640 h 6898640"/>
              <a:gd name="connsiteX3" fmla="*/ 10160 w 7794716"/>
              <a:gd name="connsiteY3" fmla="*/ 6888480 h 6898640"/>
              <a:gd name="connsiteX4" fmla="*/ 0 w 7794716"/>
              <a:gd name="connsiteY4" fmla="*/ 0 h 689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94716" h="6898640">
                <a:moveTo>
                  <a:pt x="0" y="0"/>
                </a:moveTo>
                <a:lnTo>
                  <a:pt x="5640796" y="30480"/>
                </a:lnTo>
                <a:lnTo>
                  <a:pt x="7794716" y="6898640"/>
                </a:lnTo>
                <a:lnTo>
                  <a:pt x="10160" y="6888480"/>
                </a:lnTo>
                <a:cubicBezTo>
                  <a:pt x="6773" y="4592320"/>
                  <a:pt x="3387" y="2296160"/>
                  <a:pt x="0" y="0"/>
                </a:cubicBezTo>
                <a:close/>
              </a:path>
            </a:pathLst>
          </a:cu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1"/>
          </p:nvPr>
        </p:nvSpPr>
        <p:spPr/>
        <p:txBody>
          <a:bodyPr/>
          <a:lstStyle/>
          <a:p>
            <a:fld id="{D4F7D0B0-7E7B-4879-A888-F5F2D3156A72}" type="slidenum">
              <a:rPr lang="en-US" smtClean="0"/>
              <a:pPr/>
              <a:t>‹#›</a:t>
            </a:fld>
            <a:endParaRPr lang="en-US" dirty="0"/>
          </a:p>
        </p:txBody>
      </p:sp>
      <p:sp>
        <p:nvSpPr>
          <p:cNvPr id="13" name="Content Placeholder 17"/>
          <p:cNvSpPr>
            <a:spLocks noGrp="1"/>
          </p:cNvSpPr>
          <p:nvPr>
            <p:ph sz="quarter" idx="15"/>
          </p:nvPr>
        </p:nvSpPr>
        <p:spPr>
          <a:xfrm>
            <a:off x="7569200" y="1778000"/>
            <a:ext cx="4175760" cy="4429759"/>
          </a:xfrm>
        </p:spPr>
        <p:txBody>
          <a:bodyPr/>
          <a:lstStyle>
            <a:lvl1pPr>
              <a:buClr>
                <a:schemeClr val="accent3"/>
              </a:buClr>
              <a:defRPr/>
            </a:lvl1pPr>
            <a:lvl2pPr>
              <a:buClr>
                <a:schemeClr val="accent3"/>
              </a:buClr>
              <a:defRPr/>
            </a:lvl2pPr>
            <a:lvl3pPr>
              <a:buClr>
                <a:schemeClr val="accent3"/>
              </a:buClr>
              <a:defRPr/>
            </a:lvl3pPr>
            <a:lvl4pPr>
              <a:buClr>
                <a:schemeClr val="accent3"/>
              </a:buClr>
              <a:defRPr/>
            </a:lvl4pPr>
            <a:lvl5pPr>
              <a:buClr>
                <a:schemeClr val="accent3"/>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6"/>
          </p:nvPr>
        </p:nvSpPr>
        <p:spPr>
          <a:xfrm>
            <a:off x="7569200" y="485726"/>
            <a:ext cx="4175760" cy="1170354"/>
          </a:xfrm>
        </p:spPr>
        <p:txBody>
          <a:bodyPr anchor="b">
            <a:normAutofit/>
          </a:bodyPr>
          <a:lstStyle>
            <a:lvl1pPr marL="0" indent="0">
              <a:buFont typeface="Arial" panose="020B0604020202020204" pitchFamily="34" charset="0"/>
              <a:buNone/>
              <a:defRPr sz="2400" b="0">
                <a:solidFill>
                  <a:srgbClr val="043657"/>
                </a:solidFill>
              </a:defRPr>
            </a:lvl1pPr>
            <a:lvl2pPr marL="457200" indent="0">
              <a:buNone/>
              <a:defRPr>
                <a:solidFill>
                  <a:schemeClr val="accent1"/>
                </a:solidFill>
              </a:defRPr>
            </a:lvl2pPr>
            <a:lvl3pPr marL="914400" indent="0">
              <a:buNone/>
              <a:defRPr>
                <a:solidFill>
                  <a:schemeClr val="accent1"/>
                </a:solidFill>
              </a:defRPr>
            </a:lvl3pPr>
            <a:lvl4pPr marL="1371600" indent="0">
              <a:buNone/>
              <a:defRPr>
                <a:solidFill>
                  <a:schemeClr val="accent1"/>
                </a:solidFill>
              </a:defRPr>
            </a:lvl4pPr>
            <a:lvl5pPr marL="1828800" indent="0">
              <a:buNone/>
              <a:defRPr>
                <a:solidFill>
                  <a:schemeClr val="accent1"/>
                </a:solidFill>
              </a:defRPr>
            </a:lvl5pPr>
          </a:lstStyle>
          <a:p>
            <a:pPr lvl="0"/>
            <a:r>
              <a:rPr lang="en-US"/>
              <a:t>Click to edit Master text styles</a:t>
            </a:r>
          </a:p>
        </p:txBody>
      </p:sp>
      <p:sp>
        <p:nvSpPr>
          <p:cNvPr id="8" name="Text Placeholder 7"/>
          <p:cNvSpPr>
            <a:spLocks noGrp="1"/>
          </p:cNvSpPr>
          <p:nvPr>
            <p:ph type="body" sz="quarter" idx="17"/>
          </p:nvPr>
        </p:nvSpPr>
        <p:spPr>
          <a:xfrm>
            <a:off x="427039" y="1778000"/>
            <a:ext cx="5272722" cy="4429125"/>
          </a:xfr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p:cNvSpPr>
            <a:spLocks noGrp="1"/>
          </p:cNvSpPr>
          <p:nvPr>
            <p:ph type="title"/>
          </p:nvPr>
        </p:nvSpPr>
        <p:spPr>
          <a:xfrm>
            <a:off x="439615" y="365126"/>
            <a:ext cx="6702865" cy="1199514"/>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6085768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 Column - Orange">
    <p:spTree>
      <p:nvGrpSpPr>
        <p:cNvPr id="1" name=""/>
        <p:cNvGrpSpPr/>
        <p:nvPr/>
      </p:nvGrpSpPr>
      <p:grpSpPr>
        <a:xfrm>
          <a:off x="0" y="0"/>
          <a:ext cx="0" cy="0"/>
          <a:chOff x="0" y="0"/>
          <a:chExt cx="0" cy="0"/>
        </a:xfrm>
      </p:grpSpPr>
      <p:sp>
        <p:nvSpPr>
          <p:cNvPr id="11" name="Right Triangle 10"/>
          <p:cNvSpPr/>
          <p:nvPr userDrawn="1"/>
        </p:nvSpPr>
        <p:spPr>
          <a:xfrm rot="10800000" flipH="1" flipV="1">
            <a:off x="4460240" y="2580640"/>
            <a:ext cx="2854956" cy="4297680"/>
          </a:xfrm>
          <a:prstGeom prst="rtTriangle">
            <a:avLst/>
          </a:pr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flipV="1">
            <a:off x="-8789" y="-20320"/>
            <a:ext cx="7794716" cy="6898640"/>
          </a:xfrm>
          <a:custGeom>
            <a:avLst/>
            <a:gdLst>
              <a:gd name="connsiteX0" fmla="*/ 0 w 4025356"/>
              <a:gd name="connsiteY0" fmla="*/ 0 h 6858000"/>
              <a:gd name="connsiteX1" fmla="*/ 4025356 w 4025356"/>
              <a:gd name="connsiteY1" fmla="*/ 0 h 6858000"/>
              <a:gd name="connsiteX2" fmla="*/ 4025356 w 4025356"/>
              <a:gd name="connsiteY2" fmla="*/ 6858000 h 6858000"/>
              <a:gd name="connsiteX3" fmla="*/ 0 w 4025356"/>
              <a:gd name="connsiteY3" fmla="*/ 6858000 h 6858000"/>
              <a:gd name="connsiteX4" fmla="*/ 0 w 4025356"/>
              <a:gd name="connsiteY4" fmla="*/ 0 h 6858000"/>
              <a:gd name="connsiteX0" fmla="*/ 0 w 9633676"/>
              <a:gd name="connsiteY0" fmla="*/ 0 h 6888480"/>
              <a:gd name="connsiteX1" fmla="*/ 4025356 w 9633676"/>
              <a:gd name="connsiteY1" fmla="*/ 0 h 6888480"/>
              <a:gd name="connsiteX2" fmla="*/ 9633676 w 9633676"/>
              <a:gd name="connsiteY2" fmla="*/ 6888480 h 6888480"/>
              <a:gd name="connsiteX3" fmla="*/ 0 w 9633676"/>
              <a:gd name="connsiteY3" fmla="*/ 6858000 h 6888480"/>
              <a:gd name="connsiteX4" fmla="*/ 0 w 9633676"/>
              <a:gd name="connsiteY4" fmla="*/ 0 h 6888480"/>
              <a:gd name="connsiteX0" fmla="*/ 0 w 9633676"/>
              <a:gd name="connsiteY0" fmla="*/ 0 h 6888480"/>
              <a:gd name="connsiteX1" fmla="*/ 4025356 w 9633676"/>
              <a:gd name="connsiteY1" fmla="*/ 0 h 6888480"/>
              <a:gd name="connsiteX2" fmla="*/ 9633676 w 9633676"/>
              <a:gd name="connsiteY2" fmla="*/ 6888480 h 6888480"/>
              <a:gd name="connsiteX3" fmla="*/ 10160 w 9633676"/>
              <a:gd name="connsiteY3" fmla="*/ 6888480 h 6888480"/>
              <a:gd name="connsiteX4" fmla="*/ 0 w 9633676"/>
              <a:gd name="connsiteY4" fmla="*/ 0 h 6888480"/>
              <a:gd name="connsiteX0" fmla="*/ 0 w 7774396"/>
              <a:gd name="connsiteY0" fmla="*/ 0 h 6888480"/>
              <a:gd name="connsiteX1" fmla="*/ 4025356 w 7774396"/>
              <a:gd name="connsiteY1" fmla="*/ 0 h 6888480"/>
              <a:gd name="connsiteX2" fmla="*/ 7774396 w 7774396"/>
              <a:gd name="connsiteY2" fmla="*/ 6807200 h 6888480"/>
              <a:gd name="connsiteX3" fmla="*/ 10160 w 7774396"/>
              <a:gd name="connsiteY3" fmla="*/ 6888480 h 6888480"/>
              <a:gd name="connsiteX4" fmla="*/ 0 w 7774396"/>
              <a:gd name="connsiteY4" fmla="*/ 0 h 6888480"/>
              <a:gd name="connsiteX0" fmla="*/ 0 w 7794716"/>
              <a:gd name="connsiteY0" fmla="*/ 0 h 6898640"/>
              <a:gd name="connsiteX1" fmla="*/ 4025356 w 7794716"/>
              <a:gd name="connsiteY1" fmla="*/ 0 h 6898640"/>
              <a:gd name="connsiteX2" fmla="*/ 7794716 w 7794716"/>
              <a:gd name="connsiteY2" fmla="*/ 6898640 h 6898640"/>
              <a:gd name="connsiteX3" fmla="*/ 10160 w 7794716"/>
              <a:gd name="connsiteY3" fmla="*/ 6888480 h 6898640"/>
              <a:gd name="connsiteX4" fmla="*/ 0 w 7794716"/>
              <a:gd name="connsiteY4" fmla="*/ 0 h 6898640"/>
              <a:gd name="connsiteX0" fmla="*/ 0 w 7794716"/>
              <a:gd name="connsiteY0" fmla="*/ 0 h 6898640"/>
              <a:gd name="connsiteX1" fmla="*/ 4929596 w 7794716"/>
              <a:gd name="connsiteY1" fmla="*/ 0 h 6898640"/>
              <a:gd name="connsiteX2" fmla="*/ 7794716 w 7794716"/>
              <a:gd name="connsiteY2" fmla="*/ 6898640 h 6898640"/>
              <a:gd name="connsiteX3" fmla="*/ 10160 w 7794716"/>
              <a:gd name="connsiteY3" fmla="*/ 6888480 h 6898640"/>
              <a:gd name="connsiteX4" fmla="*/ 0 w 7794716"/>
              <a:gd name="connsiteY4" fmla="*/ 0 h 6898640"/>
              <a:gd name="connsiteX0" fmla="*/ 0 w 7794716"/>
              <a:gd name="connsiteY0" fmla="*/ 0 h 6898640"/>
              <a:gd name="connsiteX1" fmla="*/ 5640796 w 7794716"/>
              <a:gd name="connsiteY1" fmla="*/ 30480 h 6898640"/>
              <a:gd name="connsiteX2" fmla="*/ 7794716 w 7794716"/>
              <a:gd name="connsiteY2" fmla="*/ 6898640 h 6898640"/>
              <a:gd name="connsiteX3" fmla="*/ 10160 w 7794716"/>
              <a:gd name="connsiteY3" fmla="*/ 6888480 h 6898640"/>
              <a:gd name="connsiteX4" fmla="*/ 0 w 7794716"/>
              <a:gd name="connsiteY4" fmla="*/ 0 h 689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94716" h="6898640">
                <a:moveTo>
                  <a:pt x="0" y="0"/>
                </a:moveTo>
                <a:lnTo>
                  <a:pt x="5640796" y="30480"/>
                </a:lnTo>
                <a:lnTo>
                  <a:pt x="7794716" y="6898640"/>
                </a:lnTo>
                <a:lnTo>
                  <a:pt x="10160" y="6888480"/>
                </a:lnTo>
                <a:cubicBezTo>
                  <a:pt x="6773" y="4592320"/>
                  <a:pt x="3387" y="2296160"/>
                  <a:pt x="0" y="0"/>
                </a:cubicBezTo>
                <a:close/>
              </a:path>
            </a:pathLst>
          </a:cu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1"/>
          </p:nvPr>
        </p:nvSpPr>
        <p:spPr/>
        <p:txBody>
          <a:bodyPr/>
          <a:lstStyle/>
          <a:p>
            <a:fld id="{D4F7D0B0-7E7B-4879-A888-F5F2D3156A72}" type="slidenum">
              <a:rPr lang="en-US" smtClean="0"/>
              <a:pPr/>
              <a:t>‹#›</a:t>
            </a:fld>
            <a:endParaRPr lang="en-US" dirty="0"/>
          </a:p>
        </p:txBody>
      </p:sp>
      <p:sp>
        <p:nvSpPr>
          <p:cNvPr id="13" name="Content Placeholder 17"/>
          <p:cNvSpPr>
            <a:spLocks noGrp="1"/>
          </p:cNvSpPr>
          <p:nvPr>
            <p:ph sz="quarter" idx="15"/>
          </p:nvPr>
        </p:nvSpPr>
        <p:spPr>
          <a:xfrm>
            <a:off x="7569200" y="1778000"/>
            <a:ext cx="4175760" cy="4429759"/>
          </a:xfrm>
        </p:spPr>
        <p:txBody>
          <a:bodyPr/>
          <a:lstStyle>
            <a:lvl1pPr>
              <a:buClr>
                <a:schemeClr val="accent4"/>
              </a:buClr>
              <a:defRPr/>
            </a:lvl1pPr>
            <a:lvl2pPr>
              <a:buClr>
                <a:schemeClr val="accent4"/>
              </a:buClr>
              <a:defRPr/>
            </a:lvl2pPr>
            <a:lvl3pPr>
              <a:buClr>
                <a:schemeClr val="accent4"/>
              </a:buClr>
              <a:defRPr/>
            </a:lvl3pPr>
            <a:lvl4pPr>
              <a:buClr>
                <a:schemeClr val="accent4"/>
              </a:buClr>
              <a:defRPr/>
            </a:lvl4pPr>
            <a:lvl5pPr>
              <a:buClr>
                <a:schemeClr val="accent4"/>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6"/>
          </p:nvPr>
        </p:nvSpPr>
        <p:spPr>
          <a:xfrm>
            <a:off x="7569200" y="485726"/>
            <a:ext cx="4175760" cy="1170354"/>
          </a:xfrm>
        </p:spPr>
        <p:txBody>
          <a:bodyPr anchor="b">
            <a:normAutofit/>
          </a:bodyPr>
          <a:lstStyle>
            <a:lvl1pPr marL="0" indent="0">
              <a:buFont typeface="Arial" panose="020B0604020202020204" pitchFamily="34" charset="0"/>
              <a:buNone/>
              <a:defRPr sz="2400" b="0">
                <a:solidFill>
                  <a:srgbClr val="FCB24C"/>
                </a:solidFill>
              </a:defRPr>
            </a:lvl1pPr>
            <a:lvl2pPr marL="457200" indent="0">
              <a:buNone/>
              <a:defRPr>
                <a:solidFill>
                  <a:schemeClr val="accent1"/>
                </a:solidFill>
              </a:defRPr>
            </a:lvl2pPr>
            <a:lvl3pPr marL="914400" indent="0">
              <a:buNone/>
              <a:defRPr>
                <a:solidFill>
                  <a:schemeClr val="accent1"/>
                </a:solidFill>
              </a:defRPr>
            </a:lvl3pPr>
            <a:lvl4pPr marL="1371600" indent="0">
              <a:buNone/>
              <a:defRPr>
                <a:solidFill>
                  <a:schemeClr val="accent1"/>
                </a:solidFill>
              </a:defRPr>
            </a:lvl4pPr>
            <a:lvl5pPr marL="1828800" indent="0">
              <a:buNone/>
              <a:defRPr>
                <a:solidFill>
                  <a:schemeClr val="accent1"/>
                </a:solidFill>
              </a:defRPr>
            </a:lvl5pPr>
          </a:lstStyle>
          <a:p>
            <a:pPr lvl="0"/>
            <a:r>
              <a:rPr lang="en-US"/>
              <a:t>Click to edit Master text styles</a:t>
            </a:r>
          </a:p>
        </p:txBody>
      </p:sp>
      <p:sp>
        <p:nvSpPr>
          <p:cNvPr id="8" name="Text Placeholder 7"/>
          <p:cNvSpPr>
            <a:spLocks noGrp="1"/>
          </p:cNvSpPr>
          <p:nvPr>
            <p:ph type="body" sz="quarter" idx="17"/>
          </p:nvPr>
        </p:nvSpPr>
        <p:spPr>
          <a:xfrm>
            <a:off x="427039" y="1778000"/>
            <a:ext cx="5272722" cy="4429125"/>
          </a:xfr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p:cNvSpPr>
            <a:spLocks noGrp="1"/>
          </p:cNvSpPr>
          <p:nvPr>
            <p:ph type="title"/>
          </p:nvPr>
        </p:nvSpPr>
        <p:spPr>
          <a:xfrm>
            <a:off x="439615" y="365126"/>
            <a:ext cx="6702865" cy="1199514"/>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47839516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 Column - Purple">
    <p:spTree>
      <p:nvGrpSpPr>
        <p:cNvPr id="1" name=""/>
        <p:cNvGrpSpPr/>
        <p:nvPr/>
      </p:nvGrpSpPr>
      <p:grpSpPr>
        <a:xfrm>
          <a:off x="0" y="0"/>
          <a:ext cx="0" cy="0"/>
          <a:chOff x="0" y="0"/>
          <a:chExt cx="0" cy="0"/>
        </a:xfrm>
      </p:grpSpPr>
      <p:sp>
        <p:nvSpPr>
          <p:cNvPr id="11" name="Right Triangle 10"/>
          <p:cNvSpPr/>
          <p:nvPr userDrawn="1"/>
        </p:nvSpPr>
        <p:spPr>
          <a:xfrm rot="10800000" flipH="1" flipV="1">
            <a:off x="4460240" y="2580640"/>
            <a:ext cx="2854956" cy="4297680"/>
          </a:xfrm>
          <a:prstGeom prst="rtTriangle">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flipV="1">
            <a:off x="-8789" y="-20320"/>
            <a:ext cx="7794716" cy="6898640"/>
          </a:xfrm>
          <a:custGeom>
            <a:avLst/>
            <a:gdLst>
              <a:gd name="connsiteX0" fmla="*/ 0 w 4025356"/>
              <a:gd name="connsiteY0" fmla="*/ 0 h 6858000"/>
              <a:gd name="connsiteX1" fmla="*/ 4025356 w 4025356"/>
              <a:gd name="connsiteY1" fmla="*/ 0 h 6858000"/>
              <a:gd name="connsiteX2" fmla="*/ 4025356 w 4025356"/>
              <a:gd name="connsiteY2" fmla="*/ 6858000 h 6858000"/>
              <a:gd name="connsiteX3" fmla="*/ 0 w 4025356"/>
              <a:gd name="connsiteY3" fmla="*/ 6858000 h 6858000"/>
              <a:gd name="connsiteX4" fmla="*/ 0 w 4025356"/>
              <a:gd name="connsiteY4" fmla="*/ 0 h 6858000"/>
              <a:gd name="connsiteX0" fmla="*/ 0 w 9633676"/>
              <a:gd name="connsiteY0" fmla="*/ 0 h 6888480"/>
              <a:gd name="connsiteX1" fmla="*/ 4025356 w 9633676"/>
              <a:gd name="connsiteY1" fmla="*/ 0 h 6888480"/>
              <a:gd name="connsiteX2" fmla="*/ 9633676 w 9633676"/>
              <a:gd name="connsiteY2" fmla="*/ 6888480 h 6888480"/>
              <a:gd name="connsiteX3" fmla="*/ 0 w 9633676"/>
              <a:gd name="connsiteY3" fmla="*/ 6858000 h 6888480"/>
              <a:gd name="connsiteX4" fmla="*/ 0 w 9633676"/>
              <a:gd name="connsiteY4" fmla="*/ 0 h 6888480"/>
              <a:gd name="connsiteX0" fmla="*/ 0 w 9633676"/>
              <a:gd name="connsiteY0" fmla="*/ 0 h 6888480"/>
              <a:gd name="connsiteX1" fmla="*/ 4025356 w 9633676"/>
              <a:gd name="connsiteY1" fmla="*/ 0 h 6888480"/>
              <a:gd name="connsiteX2" fmla="*/ 9633676 w 9633676"/>
              <a:gd name="connsiteY2" fmla="*/ 6888480 h 6888480"/>
              <a:gd name="connsiteX3" fmla="*/ 10160 w 9633676"/>
              <a:gd name="connsiteY3" fmla="*/ 6888480 h 6888480"/>
              <a:gd name="connsiteX4" fmla="*/ 0 w 9633676"/>
              <a:gd name="connsiteY4" fmla="*/ 0 h 6888480"/>
              <a:gd name="connsiteX0" fmla="*/ 0 w 7774396"/>
              <a:gd name="connsiteY0" fmla="*/ 0 h 6888480"/>
              <a:gd name="connsiteX1" fmla="*/ 4025356 w 7774396"/>
              <a:gd name="connsiteY1" fmla="*/ 0 h 6888480"/>
              <a:gd name="connsiteX2" fmla="*/ 7774396 w 7774396"/>
              <a:gd name="connsiteY2" fmla="*/ 6807200 h 6888480"/>
              <a:gd name="connsiteX3" fmla="*/ 10160 w 7774396"/>
              <a:gd name="connsiteY3" fmla="*/ 6888480 h 6888480"/>
              <a:gd name="connsiteX4" fmla="*/ 0 w 7774396"/>
              <a:gd name="connsiteY4" fmla="*/ 0 h 6888480"/>
              <a:gd name="connsiteX0" fmla="*/ 0 w 7794716"/>
              <a:gd name="connsiteY0" fmla="*/ 0 h 6898640"/>
              <a:gd name="connsiteX1" fmla="*/ 4025356 w 7794716"/>
              <a:gd name="connsiteY1" fmla="*/ 0 h 6898640"/>
              <a:gd name="connsiteX2" fmla="*/ 7794716 w 7794716"/>
              <a:gd name="connsiteY2" fmla="*/ 6898640 h 6898640"/>
              <a:gd name="connsiteX3" fmla="*/ 10160 w 7794716"/>
              <a:gd name="connsiteY3" fmla="*/ 6888480 h 6898640"/>
              <a:gd name="connsiteX4" fmla="*/ 0 w 7794716"/>
              <a:gd name="connsiteY4" fmla="*/ 0 h 6898640"/>
              <a:gd name="connsiteX0" fmla="*/ 0 w 7794716"/>
              <a:gd name="connsiteY0" fmla="*/ 0 h 6898640"/>
              <a:gd name="connsiteX1" fmla="*/ 4929596 w 7794716"/>
              <a:gd name="connsiteY1" fmla="*/ 0 h 6898640"/>
              <a:gd name="connsiteX2" fmla="*/ 7794716 w 7794716"/>
              <a:gd name="connsiteY2" fmla="*/ 6898640 h 6898640"/>
              <a:gd name="connsiteX3" fmla="*/ 10160 w 7794716"/>
              <a:gd name="connsiteY3" fmla="*/ 6888480 h 6898640"/>
              <a:gd name="connsiteX4" fmla="*/ 0 w 7794716"/>
              <a:gd name="connsiteY4" fmla="*/ 0 h 6898640"/>
              <a:gd name="connsiteX0" fmla="*/ 0 w 7794716"/>
              <a:gd name="connsiteY0" fmla="*/ 0 h 6898640"/>
              <a:gd name="connsiteX1" fmla="*/ 5640796 w 7794716"/>
              <a:gd name="connsiteY1" fmla="*/ 30480 h 6898640"/>
              <a:gd name="connsiteX2" fmla="*/ 7794716 w 7794716"/>
              <a:gd name="connsiteY2" fmla="*/ 6898640 h 6898640"/>
              <a:gd name="connsiteX3" fmla="*/ 10160 w 7794716"/>
              <a:gd name="connsiteY3" fmla="*/ 6888480 h 6898640"/>
              <a:gd name="connsiteX4" fmla="*/ 0 w 7794716"/>
              <a:gd name="connsiteY4" fmla="*/ 0 h 689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94716" h="6898640">
                <a:moveTo>
                  <a:pt x="0" y="0"/>
                </a:moveTo>
                <a:lnTo>
                  <a:pt x="5640796" y="30480"/>
                </a:lnTo>
                <a:lnTo>
                  <a:pt x="7794716" y="6898640"/>
                </a:lnTo>
                <a:lnTo>
                  <a:pt x="10160" y="6888480"/>
                </a:lnTo>
                <a:cubicBezTo>
                  <a:pt x="6773" y="4592320"/>
                  <a:pt x="3387" y="2296160"/>
                  <a:pt x="0" y="0"/>
                </a:cubicBezTo>
                <a:close/>
              </a:path>
            </a:pathLst>
          </a:cu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1"/>
          </p:nvPr>
        </p:nvSpPr>
        <p:spPr/>
        <p:txBody>
          <a:bodyPr/>
          <a:lstStyle/>
          <a:p>
            <a:fld id="{D4F7D0B0-7E7B-4879-A888-F5F2D3156A72}" type="slidenum">
              <a:rPr lang="en-US" smtClean="0"/>
              <a:pPr/>
              <a:t>‹#›</a:t>
            </a:fld>
            <a:endParaRPr lang="en-US" dirty="0"/>
          </a:p>
        </p:txBody>
      </p:sp>
      <p:sp>
        <p:nvSpPr>
          <p:cNvPr id="13" name="Content Placeholder 17"/>
          <p:cNvSpPr>
            <a:spLocks noGrp="1"/>
          </p:cNvSpPr>
          <p:nvPr>
            <p:ph sz="quarter" idx="15"/>
          </p:nvPr>
        </p:nvSpPr>
        <p:spPr>
          <a:xfrm>
            <a:off x="7569200" y="1778000"/>
            <a:ext cx="4175760" cy="4429759"/>
          </a:xfrm>
        </p:spPr>
        <p:txBody>
          <a:bodyPr/>
          <a:lstStyle>
            <a:lvl1pPr>
              <a:buClr>
                <a:schemeClr val="accent5"/>
              </a:buClr>
              <a:defRPr/>
            </a:lvl1pPr>
            <a:lvl2pPr>
              <a:buClr>
                <a:schemeClr val="accent5"/>
              </a:buClr>
              <a:defRPr/>
            </a:lvl2pPr>
            <a:lvl3pPr>
              <a:buClr>
                <a:schemeClr val="accent5"/>
              </a:buClr>
              <a:defRPr/>
            </a:lvl3pPr>
            <a:lvl4pPr>
              <a:buClr>
                <a:schemeClr val="accent5"/>
              </a:buClr>
              <a:defRPr/>
            </a:lvl4pPr>
            <a:lvl5pPr>
              <a:buClr>
                <a:schemeClr val="accent5"/>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6"/>
          </p:nvPr>
        </p:nvSpPr>
        <p:spPr>
          <a:xfrm>
            <a:off x="7569200" y="485726"/>
            <a:ext cx="4175760" cy="1170354"/>
          </a:xfrm>
        </p:spPr>
        <p:txBody>
          <a:bodyPr anchor="b">
            <a:normAutofit/>
          </a:bodyPr>
          <a:lstStyle>
            <a:lvl1pPr marL="0" indent="0">
              <a:buFont typeface="Arial" panose="020B0604020202020204" pitchFamily="34" charset="0"/>
              <a:buNone/>
              <a:defRPr sz="2400" b="0">
                <a:solidFill>
                  <a:schemeClr val="accent5"/>
                </a:solidFill>
              </a:defRPr>
            </a:lvl1pPr>
            <a:lvl2pPr marL="457200" indent="0">
              <a:buNone/>
              <a:defRPr>
                <a:solidFill>
                  <a:schemeClr val="accent1"/>
                </a:solidFill>
              </a:defRPr>
            </a:lvl2pPr>
            <a:lvl3pPr marL="914400" indent="0">
              <a:buNone/>
              <a:defRPr>
                <a:solidFill>
                  <a:schemeClr val="accent1"/>
                </a:solidFill>
              </a:defRPr>
            </a:lvl3pPr>
            <a:lvl4pPr marL="1371600" indent="0">
              <a:buNone/>
              <a:defRPr>
                <a:solidFill>
                  <a:schemeClr val="accent1"/>
                </a:solidFill>
              </a:defRPr>
            </a:lvl4pPr>
            <a:lvl5pPr marL="1828800" indent="0">
              <a:buNone/>
              <a:defRPr>
                <a:solidFill>
                  <a:schemeClr val="accent1"/>
                </a:solidFill>
              </a:defRPr>
            </a:lvl5pPr>
          </a:lstStyle>
          <a:p>
            <a:pPr lvl="0"/>
            <a:r>
              <a:rPr lang="en-US"/>
              <a:t>Click to edit Master text styles</a:t>
            </a:r>
          </a:p>
        </p:txBody>
      </p:sp>
      <p:sp>
        <p:nvSpPr>
          <p:cNvPr id="8" name="Text Placeholder 7"/>
          <p:cNvSpPr>
            <a:spLocks noGrp="1"/>
          </p:cNvSpPr>
          <p:nvPr>
            <p:ph type="body" sz="quarter" idx="17"/>
          </p:nvPr>
        </p:nvSpPr>
        <p:spPr>
          <a:xfrm>
            <a:off x="427039" y="1778000"/>
            <a:ext cx="5272722" cy="4429125"/>
          </a:xfrm>
        </p:spPr>
        <p:txBody>
          <a:bodyPr/>
          <a:lstStyle>
            <a:lvl1pPr>
              <a:defRPr>
                <a:solidFill>
                  <a:srgbClr val="FFFFFF"/>
                </a:solidFill>
              </a:defRPr>
            </a:lvl1pPr>
            <a:lvl2pPr>
              <a:defRPr>
                <a:solidFill>
                  <a:srgbClr val="FFFFFF"/>
                </a:solidFill>
              </a:defRPr>
            </a:lvl2pPr>
            <a:lvl3pPr>
              <a:defRPr sz="1600">
                <a:solidFill>
                  <a:srgbClr val="FFFFFF"/>
                </a:solidFill>
              </a:defRPr>
            </a:lvl3pPr>
            <a:lvl4pPr>
              <a:defRPr>
                <a:solidFill>
                  <a:srgbClr val="FFFFFF"/>
                </a:solidFill>
              </a:defRPr>
            </a:lvl4pPr>
            <a:lvl5pPr>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p:cNvSpPr>
            <a:spLocks noGrp="1"/>
          </p:cNvSpPr>
          <p:nvPr>
            <p:ph type="title"/>
          </p:nvPr>
        </p:nvSpPr>
        <p:spPr>
          <a:xfrm>
            <a:off x="439615" y="365126"/>
            <a:ext cx="6702865" cy="1199514"/>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7761232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D4F7D0B0-7E7B-4879-A888-F5F2D3156A72}" type="slidenum">
              <a:rPr lang="en-US" smtClean="0"/>
              <a:t>‹#›</a:t>
            </a:fld>
            <a:endParaRPr lang="en-US"/>
          </a:p>
        </p:txBody>
      </p:sp>
    </p:spTree>
    <p:extLst>
      <p:ext uri="{BB962C8B-B14F-4D97-AF65-F5344CB8AC3E}">
        <p14:creationId xmlns:p14="http://schemas.microsoft.com/office/powerpoint/2010/main" val="180779222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ight Triangle 3"/>
          <p:cNvSpPr/>
          <p:nvPr userDrawn="1"/>
        </p:nvSpPr>
        <p:spPr>
          <a:xfrm rot="10800000">
            <a:off x="10972799" y="-6021"/>
            <a:ext cx="1231237" cy="1231237"/>
          </a:xfrm>
          <a:prstGeom prst="rtTriangl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39615" y="365126"/>
            <a:ext cx="11309839" cy="97130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39615" y="1468315"/>
            <a:ext cx="11309839" cy="470864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9006254" y="6356350"/>
            <a:ext cx="2743200" cy="365125"/>
          </a:xfrm>
          <a:prstGeom prst="rect">
            <a:avLst/>
          </a:prstGeom>
        </p:spPr>
        <p:txBody>
          <a:bodyPr vert="horz" lIns="91440" tIns="45720" rIns="91440" bIns="45720" rtlCol="0" anchor="ctr"/>
          <a:lstStyle>
            <a:lvl1pPr algn="r">
              <a:defRPr sz="1200">
                <a:solidFill>
                  <a:schemeClr val="bg2">
                    <a:lumMod val="50000"/>
                  </a:schemeClr>
                </a:solidFill>
                <a:latin typeface="Century Gothic" panose="020B0502020202020204" pitchFamily="34" charset="0"/>
              </a:defRPr>
            </a:lvl1pPr>
          </a:lstStyle>
          <a:p>
            <a:fld id="{D4F7D0B0-7E7B-4879-A888-F5F2D3156A72}" type="slidenum">
              <a:rPr lang="en-US" smtClean="0"/>
              <a:pPr/>
              <a:t>‹#›</a:t>
            </a:fld>
            <a:endParaRPr lang="en-US" dirty="0"/>
          </a:p>
        </p:txBody>
      </p:sp>
      <p:pic>
        <p:nvPicPr>
          <p:cNvPr id="7" name="Picture 6" descr="CrownWhite.png"/>
          <p:cNvPicPr>
            <a:picLocks noChangeAspect="1"/>
          </p:cNvPicPr>
          <p:nvPr userDrawn="1"/>
        </p:nvPicPr>
        <p:blipFill>
          <a:blip r:embed="rId43" cstate="print">
            <a:extLst>
              <a:ext uri="{28A0092B-C50C-407E-A947-70E740481C1C}">
                <a14:useLocalDpi xmlns:a14="http://schemas.microsoft.com/office/drawing/2010/main"/>
              </a:ext>
            </a:extLst>
          </a:blip>
          <a:stretch>
            <a:fillRect/>
          </a:stretch>
        </p:blipFill>
        <p:spPr>
          <a:xfrm>
            <a:off x="11613757" y="141271"/>
            <a:ext cx="434787" cy="340180"/>
          </a:xfrm>
          <a:prstGeom prst="rect">
            <a:avLst/>
          </a:prstGeom>
        </p:spPr>
      </p:pic>
    </p:spTree>
    <p:extLst>
      <p:ext uri="{BB962C8B-B14F-4D97-AF65-F5344CB8AC3E}">
        <p14:creationId xmlns:p14="http://schemas.microsoft.com/office/powerpoint/2010/main" val="348710650"/>
      </p:ext>
    </p:extLst>
  </p:cSld>
  <p:clrMap bg1="lt1" tx1="dk1" bg2="lt2" tx2="dk2" accent1="accent1" accent2="accent2" accent3="accent3" accent4="accent4" accent5="accent5" accent6="accent6" hlink="hlink" folHlink="folHlink"/>
  <p:sldLayoutIdLst>
    <p:sldLayoutId id="2147483660" r:id="rId1"/>
    <p:sldLayoutId id="2147483672" r:id="rId2"/>
    <p:sldLayoutId id="2147483668" r:id="rId3"/>
    <p:sldLayoutId id="2147483650" r:id="rId4"/>
    <p:sldLayoutId id="2147483701" r:id="rId5"/>
    <p:sldLayoutId id="2147483671" r:id="rId6"/>
    <p:sldLayoutId id="2147483697" r:id="rId7"/>
    <p:sldLayoutId id="2147483698" r:id="rId8"/>
    <p:sldLayoutId id="2147483699" r:id="rId9"/>
    <p:sldLayoutId id="2147483700" r:id="rId10"/>
    <p:sldLayoutId id="2147483702" r:id="rId11"/>
    <p:sldLayoutId id="2147483691" r:id="rId12"/>
    <p:sldLayoutId id="2147483692" r:id="rId13"/>
    <p:sldLayoutId id="2147483693" r:id="rId14"/>
    <p:sldLayoutId id="2147483666" r:id="rId15"/>
    <p:sldLayoutId id="2147483694" r:id="rId16"/>
    <p:sldLayoutId id="2147483695" r:id="rId17"/>
    <p:sldLayoutId id="2147483659" r:id="rId18"/>
    <p:sldLayoutId id="2147483686" r:id="rId19"/>
    <p:sldLayoutId id="2147483687" r:id="rId20"/>
    <p:sldLayoutId id="2147483688" r:id="rId21"/>
    <p:sldLayoutId id="2147483689" r:id="rId22"/>
    <p:sldLayoutId id="2147483690" r:id="rId23"/>
    <p:sldLayoutId id="2147483669" r:id="rId24"/>
    <p:sldLayoutId id="2147483685" r:id="rId25"/>
    <p:sldLayoutId id="2147483681" r:id="rId26"/>
    <p:sldLayoutId id="2147483682" r:id="rId27"/>
    <p:sldLayoutId id="2147483683" r:id="rId28"/>
    <p:sldLayoutId id="2147483684" r:id="rId29"/>
    <p:sldLayoutId id="2147483670" r:id="rId30"/>
    <p:sldLayoutId id="2147483703" r:id="rId31"/>
    <p:sldLayoutId id="2147483677" r:id="rId32"/>
    <p:sldLayoutId id="2147483678" r:id="rId33"/>
    <p:sldLayoutId id="2147483679" r:id="rId34"/>
    <p:sldLayoutId id="2147483680" r:id="rId35"/>
    <p:sldLayoutId id="2147483658" r:id="rId36"/>
    <p:sldLayoutId id="2147483673" r:id="rId37"/>
    <p:sldLayoutId id="2147483674" r:id="rId38"/>
    <p:sldLayoutId id="2147483676" r:id="rId39"/>
    <p:sldLayoutId id="2147483675" r:id="rId40"/>
    <p:sldLayoutId id="2147483654" r:id="rId41"/>
  </p:sldLayoutIdLst>
  <p:hf hdr="0" ftr="0" dt="0"/>
  <p:txStyles>
    <p:titleStyle>
      <a:lvl1pPr algn="l" defTabSz="914400" rtl="0" eaLnBrk="1" latinLnBrk="0" hangingPunct="1">
        <a:lnSpc>
          <a:spcPct val="90000"/>
        </a:lnSpc>
        <a:spcBef>
          <a:spcPct val="0"/>
        </a:spcBef>
        <a:buNone/>
        <a:defRPr sz="3200" b="0" kern="1200">
          <a:solidFill>
            <a:schemeClr val="tx1"/>
          </a:solidFill>
          <a:latin typeface="Century Gothic" panose="020B0502020202020204" pitchFamily="34" charset="0"/>
          <a:ea typeface="+mj-ea"/>
          <a:cs typeface="+mj-cs"/>
        </a:defRPr>
      </a:lvl1pPr>
    </p:titleStyle>
    <p:bodyStyle>
      <a:lvl1pPr marL="342900" indent="-342900" algn="l" defTabSz="914400" rtl="0" eaLnBrk="1" latinLnBrk="0" hangingPunct="1">
        <a:lnSpc>
          <a:spcPct val="90000"/>
        </a:lnSpc>
        <a:spcBef>
          <a:spcPts val="1000"/>
        </a:spcBef>
        <a:buClr>
          <a:schemeClr val="accent1"/>
        </a:buClr>
        <a:buFont typeface="Wingdings" charset="2"/>
        <a:buChar char="§"/>
        <a:defRPr sz="2000" kern="1200">
          <a:solidFill>
            <a:schemeClr val="bg1">
              <a:lumMod val="50000"/>
            </a:schemeClr>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Wingdings" charset="2"/>
        <a:buChar char="§"/>
        <a:defRPr sz="1800" kern="1200">
          <a:solidFill>
            <a:schemeClr val="bg1">
              <a:lumMod val="50000"/>
            </a:schemeClr>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Wingdings" charset="2"/>
        <a:buChar char="§"/>
        <a:defRPr sz="1600" kern="1200">
          <a:solidFill>
            <a:schemeClr val="bg1">
              <a:lumMod val="50000"/>
            </a:schemeClr>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Wingdings" charset="2"/>
        <a:buChar char="§"/>
        <a:defRPr sz="1400" kern="1200">
          <a:solidFill>
            <a:schemeClr val="bg1">
              <a:lumMod val="50000"/>
            </a:schemeClr>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Wingdings" charset="2"/>
        <a:buChar char="§"/>
        <a:defRPr sz="1400" kern="1200">
          <a:solidFill>
            <a:schemeClr val="bg1">
              <a:lumMod val="50000"/>
            </a:schemeClr>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marR="0" algn="ctr">
              <a:lnSpc>
                <a:spcPct val="107000"/>
              </a:lnSpc>
              <a:spcBef>
                <a:spcPts val="0"/>
              </a:spcBef>
              <a:spcAft>
                <a:spcPts val="800"/>
              </a:spcAft>
            </a:pPr>
            <a:r>
              <a:rPr lang="en-US" sz="2400" kern="100" dirty="0">
                <a:effectLst/>
                <a:latin typeface="+mn-lt"/>
                <a:ea typeface="Aptos" panose="020B0004020202020204" pitchFamily="34" charset="0"/>
                <a:cs typeface="Times New Roman" panose="02020603050405020304" pitchFamily="18" charset="0"/>
              </a:rPr>
              <a:t>Fourier Neural Operator (FNO) for Parametric Partial Differential Equations for Tumor Growth Prediction</a:t>
            </a:r>
          </a:p>
        </p:txBody>
      </p:sp>
      <p:sp>
        <p:nvSpPr>
          <p:cNvPr id="3" name="Text Placeholder 2"/>
          <p:cNvSpPr>
            <a:spLocks noGrp="1"/>
          </p:cNvSpPr>
          <p:nvPr>
            <p:ph type="body" sz="quarter" idx="13"/>
          </p:nvPr>
        </p:nvSpPr>
        <p:spPr>
          <a:xfrm>
            <a:off x="535624" y="3860190"/>
            <a:ext cx="5458837" cy="935421"/>
          </a:xfrm>
        </p:spPr>
        <p:txBody>
          <a:bodyPr>
            <a:normAutofit fontScale="32500" lnSpcReduction="20000"/>
          </a:bodyPr>
          <a:lstStyle/>
          <a:p>
            <a:pPr marL="0" marR="0" indent="0" algn="ctr">
              <a:lnSpc>
                <a:spcPct val="107000"/>
              </a:lnSpc>
              <a:spcBef>
                <a:spcPts val="0"/>
              </a:spcBef>
              <a:spcAft>
                <a:spcPts val="800"/>
              </a:spcAft>
              <a:buNone/>
            </a:pPr>
            <a:endParaRPr lang="en-US" sz="1800" kern="100" dirty="0">
              <a:effectLst/>
              <a:latin typeface="+mn-lt"/>
              <a:ea typeface="Aptos" panose="020B0004020202020204" pitchFamily="34" charset="0"/>
              <a:cs typeface="Times New Roman" panose="02020603050405020304" pitchFamily="18" charset="0"/>
            </a:endParaRPr>
          </a:p>
          <a:p>
            <a:pPr marL="0" marR="0" indent="0" algn="ctr">
              <a:lnSpc>
                <a:spcPct val="107000"/>
              </a:lnSpc>
              <a:spcBef>
                <a:spcPts val="0"/>
              </a:spcBef>
              <a:spcAft>
                <a:spcPts val="800"/>
              </a:spcAft>
              <a:buNone/>
            </a:pPr>
            <a:r>
              <a:rPr lang="en-US" sz="4900" kern="100" dirty="0">
                <a:latin typeface="+mn-lt"/>
                <a:ea typeface="Aptos" panose="020B0004020202020204" pitchFamily="34" charset="0"/>
                <a:cs typeface="Times New Roman" panose="02020603050405020304" pitchFamily="18" charset="0"/>
              </a:rPr>
              <a:t>E</a:t>
            </a:r>
            <a:r>
              <a:rPr lang="en-US" sz="4900" kern="100" dirty="0">
                <a:effectLst/>
                <a:latin typeface="+mn-lt"/>
                <a:ea typeface="Aptos" panose="020B0004020202020204" pitchFamily="34" charset="0"/>
                <a:cs typeface="Times New Roman" panose="02020603050405020304" pitchFamily="18" charset="0"/>
              </a:rPr>
              <a:t>CE 882: Digital Signal Processing II</a:t>
            </a:r>
          </a:p>
          <a:p>
            <a:pPr marL="0" marR="0" indent="0" algn="ctr">
              <a:lnSpc>
                <a:spcPct val="107000"/>
              </a:lnSpc>
              <a:spcBef>
                <a:spcPts val="0"/>
              </a:spcBef>
              <a:spcAft>
                <a:spcPts val="800"/>
              </a:spcAft>
              <a:buNone/>
            </a:pPr>
            <a:r>
              <a:rPr lang="en-US" sz="4900" kern="100" dirty="0">
                <a:latin typeface="+mn-lt"/>
                <a:ea typeface="Aptos" panose="020B0004020202020204" pitchFamily="34" charset="0"/>
                <a:cs typeface="Times New Roman" panose="02020603050405020304" pitchFamily="18" charset="0"/>
              </a:rPr>
              <a:t>Walia Farzana</a:t>
            </a:r>
            <a:endParaRPr lang="en-US" sz="4900" kern="100" dirty="0">
              <a:effectLst/>
              <a:latin typeface="+mn-lt"/>
              <a:ea typeface="Aptos" panose="020B0004020202020204" pitchFamily="34" charset="0"/>
              <a:cs typeface="Times New Roman" panose="02020603050405020304" pitchFamily="18" charset="0"/>
            </a:endParaRPr>
          </a:p>
          <a:p>
            <a:pPr marL="0" marR="0" indent="0" algn="ctr">
              <a:lnSpc>
                <a:spcPct val="107000"/>
              </a:lnSpc>
              <a:spcBef>
                <a:spcPts val="0"/>
              </a:spcBef>
              <a:spcAft>
                <a:spcPts val="800"/>
              </a:spcAft>
              <a:buNone/>
            </a:pPr>
            <a:endParaRPr lang="en-US" sz="1800" kern="100" dirty="0">
              <a:effectLst/>
              <a:latin typeface="+mn-lt"/>
              <a:ea typeface="Aptos" panose="020B0004020202020204" pitchFamily="34" charset="0"/>
              <a:cs typeface="Times New Roman" panose="02020603050405020304" pitchFamily="18" charset="0"/>
            </a:endParaRPr>
          </a:p>
        </p:txBody>
      </p:sp>
      <p:sp>
        <p:nvSpPr>
          <p:cNvPr id="4" name="Text Placeholder 3"/>
          <p:cNvSpPr>
            <a:spLocks noGrp="1"/>
          </p:cNvSpPr>
          <p:nvPr>
            <p:ph type="body" sz="quarter" idx="14"/>
          </p:nvPr>
        </p:nvSpPr>
        <p:spPr/>
        <p:txBody>
          <a:bodyPr/>
          <a:lstStyle/>
          <a:p>
            <a:pPr marL="0" indent="0">
              <a:buNone/>
            </a:pPr>
            <a:r>
              <a:rPr lang="en-US" dirty="0"/>
              <a:t>December 2024</a:t>
            </a:r>
          </a:p>
        </p:txBody>
      </p:sp>
    </p:spTree>
    <p:extLst>
      <p:ext uri="{BB962C8B-B14F-4D97-AF65-F5344CB8AC3E}">
        <p14:creationId xmlns:p14="http://schemas.microsoft.com/office/powerpoint/2010/main" val="35696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8546" y="871146"/>
            <a:ext cx="5764924" cy="1402470"/>
          </a:xfrm>
        </p:spPr>
        <p:txBody>
          <a:bodyPr vert="horz" lIns="91440" tIns="45720" rIns="91440" bIns="45720" rtlCol="0" anchor="t">
            <a:normAutofit fontScale="90000"/>
          </a:bodyPr>
          <a:lstStyle/>
          <a:p>
            <a:r>
              <a:rPr lang="en-US" dirty="0">
                <a:solidFill>
                  <a:schemeClr val="tx1"/>
                </a:solidFill>
                <a:latin typeface="+mj-lt"/>
              </a:rPr>
              <a:t>I </a:t>
            </a:r>
            <a:r>
              <a:rPr lang="en-US" sz="2700" b="1" dirty="0">
                <a:solidFill>
                  <a:schemeClr val="bg2"/>
                </a:solidFill>
                <a:latin typeface="+mj-lt"/>
              </a:rPr>
              <a:t>What is Fourier Transformation</a:t>
            </a:r>
            <a:r>
              <a:rPr lang="en-US" sz="2700" b="1" dirty="0">
                <a:solidFill>
                  <a:schemeClr val="tx1"/>
                </a:solidFill>
                <a:latin typeface="+mj-lt"/>
              </a:rPr>
              <a:t>ave </a:t>
            </a:r>
            <a:r>
              <a:rPr lang="en-US" dirty="0">
                <a:solidFill>
                  <a:schemeClr val="tx1"/>
                </a:solidFill>
                <a:latin typeface="+mj-lt"/>
              </a:rPr>
              <a:t>Data. Now what?</a:t>
            </a:r>
          </a:p>
        </p:txBody>
      </p:sp>
      <p:cxnSp>
        <p:nvCxnSpPr>
          <p:cNvPr id="14" name="Straight Connector 13">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6" name="Picture 5" descr="A diagram of a frequency signal&#10;&#10;Description automatically generated with medium confidence">
            <a:extLst>
              <a:ext uri="{FF2B5EF4-FFF2-40B4-BE49-F238E27FC236}">
                <a16:creationId xmlns:a16="http://schemas.microsoft.com/office/drawing/2014/main" id="{05B9673A-3038-F8BF-01B7-FA8F7A978413}"/>
              </a:ext>
            </a:extLst>
          </p:cNvPr>
          <p:cNvPicPr>
            <a:picLocks noChangeAspect="1"/>
          </p:cNvPicPr>
          <p:nvPr/>
        </p:nvPicPr>
        <p:blipFill>
          <a:blip r:embed="rId3"/>
          <a:srcRect l="4622"/>
          <a:stretch/>
        </p:blipFill>
        <p:spPr>
          <a:xfrm>
            <a:off x="5855855" y="145269"/>
            <a:ext cx="6197599" cy="6497939"/>
          </a:xfrm>
          <a:prstGeom prst="rect">
            <a:avLst/>
          </a:prstGeom>
        </p:spPr>
      </p:pic>
      <p:sp>
        <p:nvSpPr>
          <p:cNvPr id="3" name="Slide Number Placeholder 2"/>
          <p:cNvSpPr>
            <a:spLocks noGrp="1"/>
          </p:cNvSpPr>
          <p:nvPr>
            <p:ph type="sldNum" sz="quarter" idx="4294967295"/>
          </p:nvPr>
        </p:nvSpPr>
        <p:spPr>
          <a:xfrm>
            <a:off x="8610600" y="6356350"/>
            <a:ext cx="2743200" cy="365125"/>
          </a:xfrm>
        </p:spPr>
        <p:txBody>
          <a:bodyPr vert="horz" lIns="91440" tIns="45720" rIns="91440" bIns="45720" rtlCol="0" anchor="ctr">
            <a:normAutofit/>
          </a:bodyPr>
          <a:lstStyle/>
          <a:p>
            <a:pPr>
              <a:spcAft>
                <a:spcPts val="600"/>
              </a:spcAft>
              <a:defRPr/>
            </a:pPr>
            <a:fld id="{D4F7D0B0-7E7B-4879-A888-F5F2D3156A72}" type="slidenum">
              <a:rPr lang="en-US">
                <a:solidFill>
                  <a:srgbClr val="FFFFFF"/>
                </a:solidFill>
                <a:latin typeface="Calibri" panose="020F0502020204030204"/>
              </a:rPr>
              <a:pPr>
                <a:spcAft>
                  <a:spcPts val="600"/>
                </a:spcAft>
                <a:defRPr/>
              </a:pPr>
              <a:t>2</a:t>
            </a:fld>
            <a:endParaRPr lang="en-US">
              <a:solidFill>
                <a:srgbClr val="FFFFFF"/>
              </a:solidFill>
              <a:latin typeface="Calibri" panose="020F0502020204030204"/>
            </a:endParaRPr>
          </a:p>
        </p:txBody>
      </p:sp>
      <p:sp>
        <p:nvSpPr>
          <p:cNvPr id="11" name="Text Placeholder 10">
            <a:extLst>
              <a:ext uri="{FF2B5EF4-FFF2-40B4-BE49-F238E27FC236}">
                <a16:creationId xmlns:a16="http://schemas.microsoft.com/office/drawing/2014/main" id="{65FFE899-87CC-731F-E0BF-3F4AA711ECCD}"/>
              </a:ext>
            </a:extLst>
          </p:cNvPr>
          <p:cNvSpPr>
            <a:spLocks noGrp="1"/>
          </p:cNvSpPr>
          <p:nvPr>
            <p:ph type="body" sz="quarter" idx="17"/>
          </p:nvPr>
        </p:nvSpPr>
        <p:spPr>
          <a:xfrm>
            <a:off x="138546" y="1675879"/>
            <a:ext cx="5272722" cy="3506241"/>
          </a:xfrm>
        </p:spPr>
        <p:txBody>
          <a:bodyPr>
            <a:normAutofit/>
          </a:bodyPr>
          <a:lstStyle/>
          <a:p>
            <a:pPr algn="just"/>
            <a:r>
              <a:rPr lang="en-US" sz="1800" dirty="0">
                <a:solidFill>
                  <a:schemeClr val="bg2"/>
                </a:solidFill>
                <a:latin typeface="+mn-lt"/>
              </a:rPr>
              <a:t>Fourier transform is a mathematical technique used to transform a function of time or space to its frequency domain representation.</a:t>
            </a:r>
          </a:p>
          <a:p>
            <a:pPr algn="just"/>
            <a:endParaRPr lang="en-US" sz="1800" dirty="0">
              <a:solidFill>
                <a:schemeClr val="bg2"/>
              </a:solidFill>
              <a:latin typeface="+mn-lt"/>
            </a:endParaRPr>
          </a:p>
          <a:p>
            <a:pPr algn="just"/>
            <a:r>
              <a:rPr lang="en-US" sz="1800" dirty="0">
                <a:solidFill>
                  <a:schemeClr val="bg2"/>
                </a:solidFill>
                <a:latin typeface="+mn-lt"/>
              </a:rPr>
              <a:t>The Fourier transform decomposes a function into its constituent frequencies, revealing the frequency components that make up the original signal.</a:t>
            </a:r>
          </a:p>
          <a:p>
            <a:pPr algn="just"/>
            <a:r>
              <a:rPr lang="en-US" sz="1800" dirty="0">
                <a:solidFill>
                  <a:schemeClr val="bg2"/>
                </a:solidFill>
                <a:latin typeface="+mn-lt"/>
              </a:rPr>
              <a:t>The inverse Fourier transform converts the frequency domain to the original spatial domain</a:t>
            </a:r>
          </a:p>
          <a:p>
            <a:pPr algn="just"/>
            <a:endParaRPr lang="en-US" sz="1800" dirty="0">
              <a:solidFill>
                <a:schemeClr val="bg2"/>
              </a:solidFill>
              <a:latin typeface="+mn-lt"/>
            </a:endParaRPr>
          </a:p>
          <a:p>
            <a:pPr algn="just"/>
            <a:endParaRPr lang="en-US" sz="1800" dirty="0"/>
          </a:p>
        </p:txBody>
      </p:sp>
    </p:spTree>
    <p:extLst>
      <p:ext uri="{BB962C8B-B14F-4D97-AF65-F5344CB8AC3E}">
        <p14:creationId xmlns:p14="http://schemas.microsoft.com/office/powerpoint/2010/main" val="1175798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08184" y="174032"/>
            <a:ext cx="10175631" cy="1111843"/>
          </a:xfrm>
        </p:spPr>
        <p:txBody>
          <a:bodyPr vert="horz" lIns="91440" tIns="45720" rIns="91440" bIns="45720" rtlCol="0" anchor="ctr">
            <a:normAutofit/>
          </a:bodyPr>
          <a:lstStyle/>
          <a:p>
            <a:pPr algn="ctr"/>
            <a:r>
              <a:rPr lang="en-US" sz="4000" b="1" kern="1200" dirty="0">
                <a:solidFill>
                  <a:schemeClr val="tx1"/>
                </a:solidFill>
                <a:latin typeface="+mj-lt"/>
                <a:ea typeface="+mj-ea"/>
                <a:cs typeface="+mj-cs"/>
              </a:rPr>
              <a:t>Fourier Neural Operator (FNO)</a:t>
            </a:r>
          </a:p>
        </p:txBody>
      </p:sp>
      <p:sp>
        <p:nvSpPr>
          <p:cNvPr id="9" name="Text Placeholder 8">
            <a:extLst>
              <a:ext uri="{FF2B5EF4-FFF2-40B4-BE49-F238E27FC236}">
                <a16:creationId xmlns:a16="http://schemas.microsoft.com/office/drawing/2014/main" id="{11F367D7-90FA-B451-94CC-C76678500391}"/>
              </a:ext>
            </a:extLst>
          </p:cNvPr>
          <p:cNvSpPr>
            <a:spLocks noGrp="1"/>
          </p:cNvSpPr>
          <p:nvPr>
            <p:ph type="body" sz="quarter" idx="17"/>
          </p:nvPr>
        </p:nvSpPr>
        <p:spPr>
          <a:xfrm>
            <a:off x="962171" y="1337683"/>
            <a:ext cx="10175630" cy="767904"/>
          </a:xfrm>
        </p:spPr>
        <p:txBody>
          <a:bodyPr vert="horz" lIns="91440" tIns="45720" rIns="91440" bIns="45720" rtlCol="0" anchor="ctr">
            <a:noAutofit/>
          </a:bodyPr>
          <a:lstStyle/>
          <a:p>
            <a:pPr marL="114300" indent="0" algn="just">
              <a:buNone/>
            </a:pPr>
            <a:r>
              <a:rPr lang="en-US" dirty="0">
                <a:solidFill>
                  <a:schemeClr val="tx1"/>
                </a:solidFill>
                <a:latin typeface="+mn-lt"/>
              </a:rPr>
              <a:t>FNO is a deep learning architecture that combines neural networks with Fourier analysis techniques. It’s designed to solve partial differential equations (PDEs) efficiently, those arising in physics and engineering contexts.</a:t>
            </a:r>
          </a:p>
        </p:txBody>
      </p:sp>
      <p:pic>
        <p:nvPicPr>
          <p:cNvPr id="10" name="Picture 9" descr="A diagram of a process&#10;&#10;Description automatically generated">
            <a:extLst>
              <a:ext uri="{FF2B5EF4-FFF2-40B4-BE49-F238E27FC236}">
                <a16:creationId xmlns:a16="http://schemas.microsoft.com/office/drawing/2014/main" id="{79F1B9F0-9BA2-6AB0-79B1-C076AF5DC89F}"/>
              </a:ext>
            </a:extLst>
          </p:cNvPr>
          <p:cNvPicPr>
            <a:picLocks noChangeAspect="1"/>
          </p:cNvPicPr>
          <p:nvPr/>
        </p:nvPicPr>
        <p:blipFill>
          <a:blip r:embed="rId3"/>
          <a:stretch>
            <a:fillRect/>
          </a:stretch>
        </p:blipFill>
        <p:spPr>
          <a:xfrm>
            <a:off x="919205" y="2157395"/>
            <a:ext cx="10261561" cy="3899393"/>
          </a:xfrm>
          <a:prstGeom prst="rect">
            <a:avLst/>
          </a:prstGeom>
        </p:spPr>
      </p:pic>
      <p:sp>
        <p:nvSpPr>
          <p:cNvPr id="3" name="Slide Number Placeholder 2"/>
          <p:cNvSpPr>
            <a:spLocks noGrp="1"/>
          </p:cNvSpPr>
          <p:nvPr>
            <p:ph type="sldNum" sz="quarter" idx="4294967295"/>
          </p:nvPr>
        </p:nvSpPr>
        <p:spPr>
          <a:xfrm>
            <a:off x="8610600" y="6356350"/>
            <a:ext cx="2743200" cy="365125"/>
          </a:xfrm>
        </p:spPr>
        <p:txBody>
          <a:bodyPr vert="horz" lIns="91440" tIns="45720" rIns="91440" bIns="45720" rtlCol="0" anchor="ctr">
            <a:normAutofit/>
          </a:bodyPr>
          <a:lstStyle/>
          <a:p>
            <a:pPr>
              <a:spcAft>
                <a:spcPts val="600"/>
              </a:spcAft>
            </a:pPr>
            <a:fld id="{D4F7D0B0-7E7B-4879-A888-F5F2D3156A72}" type="slidenum">
              <a:rPr lang="en-US" smtClean="0">
                <a:solidFill>
                  <a:schemeClr val="tx1">
                    <a:tint val="75000"/>
                  </a:schemeClr>
                </a:solidFill>
                <a:latin typeface="+mn-lt"/>
              </a:rPr>
              <a:pPr>
                <a:spcAft>
                  <a:spcPts val="600"/>
                </a:spcAft>
              </a:pPr>
              <a:t>3</a:t>
            </a:fld>
            <a:endParaRPr lang="en-US">
              <a:solidFill>
                <a:schemeClr val="tx1">
                  <a:tint val="75000"/>
                </a:schemeClr>
              </a:solidFill>
              <a:latin typeface="+mn-lt"/>
            </a:endParaRPr>
          </a:p>
        </p:txBody>
      </p:sp>
    </p:spTree>
    <p:extLst>
      <p:ext uri="{BB962C8B-B14F-4D97-AF65-F5344CB8AC3E}">
        <p14:creationId xmlns:p14="http://schemas.microsoft.com/office/powerpoint/2010/main" val="1285801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kern="1200" dirty="0">
                <a:solidFill>
                  <a:schemeClr val="bg2"/>
                </a:solidFill>
                <a:latin typeface="+mj-lt"/>
                <a:ea typeface="+mj-ea"/>
                <a:cs typeface="+mj-cs"/>
              </a:rPr>
              <a:t>Fourier Neural Operator (FNO)</a:t>
            </a:r>
            <a:endParaRPr lang="en-US" dirty="0">
              <a:solidFill>
                <a:schemeClr val="bg2"/>
              </a:solidFill>
            </a:endParaRPr>
          </a:p>
        </p:txBody>
      </p:sp>
      <p:sp>
        <p:nvSpPr>
          <p:cNvPr id="3" name="Slide Number Placeholder 2"/>
          <p:cNvSpPr>
            <a:spLocks noGrp="1"/>
          </p:cNvSpPr>
          <p:nvPr>
            <p:ph type="sldNum" sz="quarter" idx="4294967295"/>
          </p:nvPr>
        </p:nvSpPr>
        <p:spPr>
          <a:xfrm>
            <a:off x="9448800" y="6356350"/>
            <a:ext cx="2743200" cy="365125"/>
          </a:xfrm>
        </p:spPr>
        <p:txBody>
          <a:bodyPr/>
          <a:lstStyle/>
          <a:p>
            <a:fld id="{D4F7D0B0-7E7B-4879-A888-F5F2D3156A72}" type="slidenum">
              <a:rPr lang="en-US" smtClean="0"/>
              <a:t>4</a:t>
            </a:fld>
            <a:endParaRPr lang="en-US"/>
          </a:p>
        </p:txBody>
      </p:sp>
      <p:pic>
        <p:nvPicPr>
          <p:cNvPr id="7" name="Picture 6" descr="A diagram of a process&#10;&#10;Description automatically generated">
            <a:extLst>
              <a:ext uri="{FF2B5EF4-FFF2-40B4-BE49-F238E27FC236}">
                <a16:creationId xmlns:a16="http://schemas.microsoft.com/office/drawing/2014/main" id="{6E7010D1-E0C8-1EDF-E6C9-E63A91673B64}"/>
              </a:ext>
            </a:extLst>
          </p:cNvPr>
          <p:cNvPicPr>
            <a:picLocks noChangeAspect="1"/>
          </p:cNvPicPr>
          <p:nvPr/>
        </p:nvPicPr>
        <p:blipFill>
          <a:blip r:embed="rId3"/>
          <a:stretch>
            <a:fillRect/>
          </a:stretch>
        </p:blipFill>
        <p:spPr>
          <a:xfrm>
            <a:off x="2635716" y="1312245"/>
            <a:ext cx="6917636" cy="2628701"/>
          </a:xfrm>
          <a:prstGeom prst="rect">
            <a:avLst/>
          </a:prstGeom>
        </p:spPr>
      </p:pic>
      <p:pic>
        <p:nvPicPr>
          <p:cNvPr id="9" name="Picture 8">
            <a:extLst>
              <a:ext uri="{FF2B5EF4-FFF2-40B4-BE49-F238E27FC236}">
                <a16:creationId xmlns:a16="http://schemas.microsoft.com/office/drawing/2014/main" id="{A543D659-4C13-50E9-059B-459815E1068E}"/>
              </a:ext>
            </a:extLst>
          </p:cNvPr>
          <p:cNvPicPr>
            <a:picLocks noChangeAspect="1"/>
          </p:cNvPicPr>
          <p:nvPr/>
        </p:nvPicPr>
        <p:blipFill>
          <a:blip r:embed="rId4"/>
          <a:stretch>
            <a:fillRect/>
          </a:stretch>
        </p:blipFill>
        <p:spPr>
          <a:xfrm>
            <a:off x="439615" y="4365785"/>
            <a:ext cx="4843585" cy="1140887"/>
          </a:xfrm>
          <a:prstGeom prst="rect">
            <a:avLst/>
          </a:prstGeom>
        </p:spPr>
      </p:pic>
      <p:pic>
        <p:nvPicPr>
          <p:cNvPr id="11" name="Picture 10">
            <a:extLst>
              <a:ext uri="{FF2B5EF4-FFF2-40B4-BE49-F238E27FC236}">
                <a16:creationId xmlns:a16="http://schemas.microsoft.com/office/drawing/2014/main" id="{9D51D7DF-C4E5-D72C-824A-DC1CEEEBD573}"/>
              </a:ext>
            </a:extLst>
          </p:cNvPr>
          <p:cNvPicPr>
            <a:picLocks noChangeAspect="1"/>
          </p:cNvPicPr>
          <p:nvPr/>
        </p:nvPicPr>
        <p:blipFill>
          <a:blip r:embed="rId5"/>
          <a:stretch>
            <a:fillRect/>
          </a:stretch>
        </p:blipFill>
        <p:spPr>
          <a:xfrm>
            <a:off x="7899400" y="4325025"/>
            <a:ext cx="4114800" cy="1047999"/>
          </a:xfrm>
          <a:prstGeom prst="rect">
            <a:avLst/>
          </a:prstGeom>
        </p:spPr>
      </p:pic>
      <p:sp>
        <p:nvSpPr>
          <p:cNvPr id="12" name="TextBox 11">
            <a:extLst>
              <a:ext uri="{FF2B5EF4-FFF2-40B4-BE49-F238E27FC236}">
                <a16:creationId xmlns:a16="http://schemas.microsoft.com/office/drawing/2014/main" id="{DB8DECF7-6F24-A516-7191-1A91862E9DD4}"/>
              </a:ext>
            </a:extLst>
          </p:cNvPr>
          <p:cNvSpPr txBox="1"/>
          <p:nvPr/>
        </p:nvSpPr>
        <p:spPr>
          <a:xfrm>
            <a:off x="6094534" y="4325025"/>
            <a:ext cx="1172817" cy="2031325"/>
          </a:xfrm>
          <a:prstGeom prst="rect">
            <a:avLst/>
          </a:prstGeom>
          <a:noFill/>
        </p:spPr>
        <p:txBody>
          <a:bodyPr wrap="square" rtlCol="0">
            <a:spAutoFit/>
          </a:bodyPr>
          <a:lstStyle/>
          <a:p>
            <a:pPr algn="ctr"/>
            <a:r>
              <a:rPr lang="en-US" dirty="0">
                <a:solidFill>
                  <a:schemeClr val="bg2"/>
                </a:solidFill>
              </a:rPr>
              <a:t>Training Data</a:t>
            </a:r>
          </a:p>
          <a:p>
            <a:pPr algn="ctr"/>
            <a:r>
              <a:rPr lang="en-US" dirty="0">
                <a:solidFill>
                  <a:schemeClr val="bg2"/>
                </a:solidFill>
              </a:rPr>
              <a:t>.</a:t>
            </a:r>
          </a:p>
          <a:p>
            <a:pPr algn="ctr"/>
            <a:r>
              <a:rPr lang="en-US" dirty="0">
                <a:solidFill>
                  <a:schemeClr val="bg2"/>
                </a:solidFill>
              </a:rPr>
              <a:t>.</a:t>
            </a:r>
          </a:p>
          <a:p>
            <a:pPr algn="ctr"/>
            <a:r>
              <a:rPr lang="en-US" dirty="0">
                <a:solidFill>
                  <a:schemeClr val="bg2"/>
                </a:solidFill>
              </a:rPr>
              <a:t>.</a:t>
            </a:r>
          </a:p>
          <a:p>
            <a:pPr algn="ctr"/>
            <a:r>
              <a:rPr lang="en-US" dirty="0">
                <a:solidFill>
                  <a:schemeClr val="bg2"/>
                </a:solidFill>
              </a:rPr>
              <a:t>.</a:t>
            </a:r>
          </a:p>
          <a:p>
            <a:pPr algn="ctr"/>
            <a:r>
              <a:rPr lang="en-US" dirty="0">
                <a:solidFill>
                  <a:schemeClr val="bg2"/>
                </a:solidFill>
              </a:rPr>
              <a:t>.</a:t>
            </a:r>
          </a:p>
        </p:txBody>
      </p:sp>
      <p:sp>
        <p:nvSpPr>
          <p:cNvPr id="13" name="Arrow: Right 12">
            <a:extLst>
              <a:ext uri="{FF2B5EF4-FFF2-40B4-BE49-F238E27FC236}">
                <a16:creationId xmlns:a16="http://schemas.microsoft.com/office/drawing/2014/main" id="{999096FE-B8DF-38E3-CFED-324E702DEDE0}"/>
              </a:ext>
            </a:extLst>
          </p:cNvPr>
          <p:cNvSpPr/>
          <p:nvPr/>
        </p:nvSpPr>
        <p:spPr>
          <a:xfrm rot="19081514">
            <a:off x="630006" y="2913114"/>
            <a:ext cx="1699592" cy="6460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0B96A024-B53C-C015-A5EC-0F638D0E5B9D}"/>
              </a:ext>
            </a:extLst>
          </p:cNvPr>
          <p:cNvSpPr/>
          <p:nvPr/>
        </p:nvSpPr>
        <p:spPr>
          <a:xfrm rot="3320650">
            <a:off x="9347948" y="2843240"/>
            <a:ext cx="1699592" cy="6460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0375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153399" y="1128094"/>
            <a:ext cx="4038599" cy="1415270"/>
          </a:xfrm>
        </p:spPr>
        <p:txBody>
          <a:bodyPr vert="horz" lIns="91440" tIns="45720" rIns="91440" bIns="45720" rtlCol="0" anchor="t">
            <a:normAutofit/>
          </a:bodyPr>
          <a:lstStyle/>
          <a:p>
            <a:r>
              <a:rPr lang="en-US" kern="1200" dirty="0">
                <a:solidFill>
                  <a:schemeClr val="tx1"/>
                </a:solidFill>
                <a:latin typeface="+mn-lt"/>
                <a:ea typeface="+mj-ea"/>
                <a:cs typeface="+mj-cs"/>
              </a:rPr>
              <a:t>Brain Tumor Growth Simulated Data</a:t>
            </a:r>
          </a:p>
        </p:txBody>
      </p:sp>
      <p:sp>
        <p:nvSpPr>
          <p:cNvPr id="14" name="Rectangle 13">
            <a:extLst>
              <a:ext uri="{FF2B5EF4-FFF2-40B4-BE49-F238E27FC236}">
                <a16:creationId xmlns:a16="http://schemas.microsoft.com/office/drawing/2014/main" id="{7ED7575E-88D2-B771-681D-46A7E55415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76457" cy="6858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collage of images of a red dot&#10;&#10;Description automatically generated">
            <a:extLst>
              <a:ext uri="{FF2B5EF4-FFF2-40B4-BE49-F238E27FC236}">
                <a16:creationId xmlns:a16="http://schemas.microsoft.com/office/drawing/2014/main" id="{CDC22584-5A08-085E-2064-649FB946C1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30910"/>
            <a:ext cx="6912116" cy="3231415"/>
          </a:xfrm>
          <a:prstGeom prst="rect">
            <a:avLst/>
          </a:prstGeom>
        </p:spPr>
      </p:pic>
      <p:cxnSp>
        <p:nvCxnSpPr>
          <p:cNvPr id="16" name="Straight Connector 15">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9939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A26F2EA-06C5-8F31-BFD8-6C409346CB99}"/>
                  </a:ext>
                </a:extLst>
              </p:cNvPr>
              <p:cNvSpPr txBox="1"/>
              <p:nvPr/>
            </p:nvSpPr>
            <p:spPr>
              <a:xfrm>
                <a:off x="8153399" y="2543364"/>
                <a:ext cx="3800475" cy="3599019"/>
              </a:xfrm>
              <a:prstGeom prst="rect">
                <a:avLst/>
              </a:prstGeom>
            </p:spPr>
            <p:txBody>
              <a:bodyPr vert="horz" lIns="91440" tIns="45720" rIns="91440" bIns="45720" rtlCol="0">
                <a:normAutofit/>
              </a:bodyPr>
              <a:lstStyle/>
              <a:p>
                <a:pPr marL="0" marR="0" indent="-228600" algn="just">
                  <a:lnSpc>
                    <a:spcPct val="90000"/>
                  </a:lnSpc>
                  <a:spcBef>
                    <a:spcPts val="0"/>
                  </a:spcBef>
                  <a:spcAft>
                    <a:spcPts val="800"/>
                  </a:spcAft>
                  <a:buFont typeface="Arial" panose="020B0604020202020204" pitchFamily="34" charset="0"/>
                  <a:buChar char="•"/>
                </a:pPr>
                <a:r>
                  <a:rPr lang="en-US" sz="2000" dirty="0">
                    <a:effectLst/>
                  </a:rPr>
                  <a:t>Reaction-diffusion equations describe the evolution of a scalar field </a:t>
                </a:r>
                <a14:m>
                  <m:oMath xmlns:m="http://schemas.openxmlformats.org/officeDocument/2006/math">
                    <m:r>
                      <a:rPr lang="en-US" sz="2000" i="1">
                        <a:effectLst/>
                        <a:latin typeface="Cambria Math" panose="02040503050406030204" pitchFamily="18" charset="0"/>
                      </a:rPr>
                      <m:t>𝑢</m:t>
                    </m:r>
                    <m:r>
                      <a:rPr lang="en-US" sz="2000" i="1">
                        <a:effectLst/>
                        <a:latin typeface="Cambria Math" panose="02040503050406030204" pitchFamily="18" charset="0"/>
                      </a:rPr>
                      <m:t>(</m:t>
                    </m:r>
                    <m:r>
                      <a:rPr lang="en-US" sz="2000" i="1">
                        <a:effectLst/>
                        <a:latin typeface="Cambria Math" panose="02040503050406030204" pitchFamily="18" charset="0"/>
                      </a:rPr>
                      <m:t>𝑥</m:t>
                    </m:r>
                    <m:r>
                      <a:rPr lang="en-US" sz="2000" i="1">
                        <a:effectLst/>
                        <a:latin typeface="Cambria Math" panose="02040503050406030204" pitchFamily="18" charset="0"/>
                      </a:rPr>
                      <m:t>,</m:t>
                    </m:r>
                    <m:r>
                      <a:rPr lang="en-US" sz="2000" i="1">
                        <a:effectLst/>
                        <a:latin typeface="Cambria Math" panose="02040503050406030204" pitchFamily="18" charset="0"/>
                      </a:rPr>
                      <m:t>𝑡</m:t>
                    </m:r>
                    <m:r>
                      <a:rPr lang="en-US" sz="2000" i="1">
                        <a:effectLst/>
                        <a:latin typeface="Cambria Math" panose="02040503050406030204" pitchFamily="18" charset="0"/>
                      </a:rPr>
                      <m:t>)</m:t>
                    </m:r>
                  </m:oMath>
                </a14:m>
                <a:r>
                  <a:rPr lang="en-US" sz="2000" dirty="0">
                    <a:effectLst/>
                  </a:rPr>
                  <a:t> representing the tumor cell density over space </a:t>
                </a:r>
                <a14:m>
                  <m:oMath xmlns:m="http://schemas.openxmlformats.org/officeDocument/2006/math">
                    <m:r>
                      <a:rPr lang="en-US" sz="2000" i="1">
                        <a:effectLst/>
                        <a:latin typeface="Cambria Math" panose="02040503050406030204" pitchFamily="18" charset="0"/>
                      </a:rPr>
                      <m:t>𝑥</m:t>
                    </m:r>
                    <m:r>
                      <a:rPr lang="en-US" sz="2000" i="1">
                        <a:effectLst/>
                        <a:latin typeface="Cambria Math" panose="02040503050406030204" pitchFamily="18" charset="0"/>
                      </a:rPr>
                      <m:t>∈</m:t>
                    </m:r>
                    <m:r>
                      <m:rPr>
                        <m:sty m:val="p"/>
                      </m:rPr>
                      <a:rPr lang="en-US" sz="2000">
                        <a:effectLst/>
                        <a:latin typeface="Cambria Math" panose="02040503050406030204" pitchFamily="18" charset="0"/>
                      </a:rPr>
                      <m:t>Ω</m:t>
                    </m:r>
                    <m:r>
                      <a:rPr lang="en-US" sz="2000" i="1">
                        <a:effectLst/>
                        <a:latin typeface="Cambria Math" panose="02040503050406030204" pitchFamily="18" charset="0"/>
                      </a:rPr>
                      <m:t>⊂</m:t>
                    </m:r>
                    <m:sSup>
                      <m:sSupPr>
                        <m:ctrlPr>
                          <a:rPr lang="en-US" sz="2000" i="1">
                            <a:effectLst/>
                            <a:latin typeface="Cambria Math" panose="02040503050406030204" pitchFamily="18" charset="0"/>
                          </a:rPr>
                        </m:ctrlPr>
                      </m:sSupPr>
                      <m:e>
                        <m:r>
                          <a:rPr lang="en-US" sz="2000" i="1">
                            <a:effectLst/>
                            <a:latin typeface="Cambria Math" panose="02040503050406030204" pitchFamily="18" charset="0"/>
                          </a:rPr>
                          <m:t>ℝ</m:t>
                        </m:r>
                      </m:e>
                      <m:sup>
                        <m:r>
                          <a:rPr lang="en-US" sz="2000" i="1">
                            <a:effectLst/>
                            <a:latin typeface="Cambria Math" panose="02040503050406030204" pitchFamily="18" charset="0"/>
                          </a:rPr>
                          <m:t>𝑑</m:t>
                        </m:r>
                      </m:sup>
                    </m:sSup>
                  </m:oMath>
                </a14:m>
                <a:r>
                  <a:rPr lang="en-US" sz="2000" dirty="0">
                    <a:effectLst/>
                  </a:rPr>
                  <a:t> and time </a:t>
                </a:r>
                <a14:m>
                  <m:oMath xmlns:m="http://schemas.openxmlformats.org/officeDocument/2006/math">
                    <m:r>
                      <a:rPr lang="en-US" sz="2000" i="1">
                        <a:effectLst/>
                        <a:latin typeface="Cambria Math" panose="02040503050406030204" pitchFamily="18" charset="0"/>
                      </a:rPr>
                      <m:t>𝑡</m:t>
                    </m:r>
                    <m:r>
                      <a:rPr lang="en-US" sz="2000" i="1">
                        <a:effectLst/>
                        <a:latin typeface="Cambria Math" panose="02040503050406030204" pitchFamily="18" charset="0"/>
                      </a:rPr>
                      <m:t>≥0.</m:t>
                    </m:r>
                  </m:oMath>
                </a14:m>
                <a:r>
                  <a:rPr lang="en-US" sz="2000" dirty="0">
                    <a:effectLst/>
                  </a:rPr>
                  <a:t> The PDE is given by:</a:t>
                </a:r>
              </a:p>
              <a:p>
                <a:pPr marL="0" marR="0" indent="-228600" algn="just">
                  <a:lnSpc>
                    <a:spcPct val="90000"/>
                  </a:lnSpc>
                  <a:spcBef>
                    <a:spcPts val="0"/>
                  </a:spcBef>
                  <a:spcAft>
                    <a:spcPts val="800"/>
                  </a:spcAft>
                  <a:buFont typeface="Arial" panose="020B0604020202020204" pitchFamily="34" charset="0"/>
                  <a:buChar char="•"/>
                </a:pPr>
                <a14:m>
                  <m:oMath xmlns:m="http://schemas.openxmlformats.org/officeDocument/2006/math">
                    <m:f>
                      <m:fPr>
                        <m:ctrlPr>
                          <a:rPr lang="en-US" sz="2000" i="1">
                            <a:effectLst/>
                            <a:latin typeface="Cambria Math" panose="02040503050406030204" pitchFamily="18" charset="0"/>
                          </a:rPr>
                        </m:ctrlPr>
                      </m:fPr>
                      <m:num>
                        <m:r>
                          <a:rPr lang="en-US" sz="2000" i="1">
                            <a:effectLst/>
                            <a:latin typeface="Cambria Math" panose="02040503050406030204" pitchFamily="18" charset="0"/>
                          </a:rPr>
                          <m:t>𝜕</m:t>
                        </m:r>
                        <m:r>
                          <a:rPr lang="en-US" sz="2000" i="1">
                            <a:effectLst/>
                            <a:latin typeface="Cambria Math" panose="02040503050406030204" pitchFamily="18" charset="0"/>
                          </a:rPr>
                          <m:t>𝑢</m:t>
                        </m:r>
                      </m:num>
                      <m:den>
                        <m:r>
                          <a:rPr lang="en-US" sz="2000" i="1">
                            <a:effectLst/>
                            <a:latin typeface="Cambria Math" panose="02040503050406030204" pitchFamily="18" charset="0"/>
                          </a:rPr>
                          <m:t>𝜕</m:t>
                        </m:r>
                        <m:r>
                          <a:rPr lang="en-US" sz="2000" i="1">
                            <a:effectLst/>
                            <a:latin typeface="Cambria Math" panose="02040503050406030204" pitchFamily="18" charset="0"/>
                          </a:rPr>
                          <m:t>𝑡</m:t>
                        </m:r>
                      </m:den>
                    </m:f>
                    <m:r>
                      <a:rPr lang="en-US" sz="2000" i="1">
                        <a:effectLst/>
                        <a:latin typeface="Cambria Math" panose="02040503050406030204" pitchFamily="18" charset="0"/>
                      </a:rPr>
                      <m:t>=</m:t>
                    </m:r>
                    <m:r>
                      <a:rPr lang="en-US" sz="2000" i="1">
                        <a:effectLst/>
                        <a:latin typeface="Cambria Math" panose="02040503050406030204" pitchFamily="18" charset="0"/>
                      </a:rPr>
                      <m:t>𝐷</m:t>
                    </m:r>
                    <m:sSup>
                      <m:sSupPr>
                        <m:ctrlPr>
                          <a:rPr lang="en-US" sz="2000" i="1">
                            <a:effectLst/>
                            <a:latin typeface="Cambria Math" panose="02040503050406030204" pitchFamily="18" charset="0"/>
                          </a:rPr>
                        </m:ctrlPr>
                      </m:sSupPr>
                      <m:e>
                        <m:r>
                          <m:rPr>
                            <m:sty m:val="p"/>
                          </m:rPr>
                          <a:rPr lang="en-US" sz="2000">
                            <a:effectLst/>
                            <a:latin typeface="Cambria Math" panose="02040503050406030204" pitchFamily="18" charset="0"/>
                          </a:rPr>
                          <m:t>∇</m:t>
                        </m:r>
                      </m:e>
                      <m:sup>
                        <m:r>
                          <a:rPr lang="en-US" sz="2000" i="1">
                            <a:effectLst/>
                            <a:latin typeface="Cambria Math" panose="02040503050406030204" pitchFamily="18" charset="0"/>
                          </a:rPr>
                          <m:t>2</m:t>
                        </m:r>
                      </m:sup>
                    </m:sSup>
                    <m:r>
                      <a:rPr lang="en-US" sz="2000" i="1">
                        <a:effectLst/>
                        <a:latin typeface="Cambria Math" panose="02040503050406030204" pitchFamily="18" charset="0"/>
                      </a:rPr>
                      <m:t>𝑢</m:t>
                    </m:r>
                    <m:r>
                      <a:rPr lang="en-US" sz="2000" i="1">
                        <a:effectLst/>
                        <a:latin typeface="Cambria Math" panose="02040503050406030204" pitchFamily="18" charset="0"/>
                      </a:rPr>
                      <m:t>+</m:t>
                    </m:r>
                    <m:r>
                      <a:rPr lang="en-US" sz="2000" i="1">
                        <a:effectLst/>
                        <a:latin typeface="Cambria Math" panose="02040503050406030204" pitchFamily="18" charset="0"/>
                      </a:rPr>
                      <m:t>𝑓</m:t>
                    </m:r>
                    <m:r>
                      <a:rPr lang="en-US" sz="2000" i="1">
                        <a:effectLst/>
                        <a:latin typeface="Cambria Math" panose="02040503050406030204" pitchFamily="18" charset="0"/>
                      </a:rPr>
                      <m:t>(</m:t>
                    </m:r>
                    <m:r>
                      <a:rPr lang="en-US" sz="2000" i="1">
                        <a:effectLst/>
                        <a:latin typeface="Cambria Math" panose="02040503050406030204" pitchFamily="18" charset="0"/>
                      </a:rPr>
                      <m:t>𝑢</m:t>
                    </m:r>
                    <m:r>
                      <a:rPr lang="en-US" sz="2000" i="1">
                        <a:effectLst/>
                        <a:latin typeface="Cambria Math" panose="02040503050406030204" pitchFamily="18" charset="0"/>
                      </a:rPr>
                      <m:t>)</m:t>
                    </m:r>
                  </m:oMath>
                </a14:m>
                <a:r>
                  <a:rPr lang="en-US" sz="2000" dirty="0">
                    <a:effectLst/>
                  </a:rPr>
                  <a:t>,</a:t>
                </a:r>
              </a:p>
              <a:p>
                <a:pPr indent="-228600">
                  <a:lnSpc>
                    <a:spcPct val="90000"/>
                  </a:lnSpc>
                  <a:buFont typeface="Arial" panose="020B0604020202020204" pitchFamily="34" charset="0"/>
                  <a:buChar char="•"/>
                </a:pPr>
                <a:endParaRPr lang="en-US" sz="2000" dirty="0"/>
              </a:p>
            </p:txBody>
          </p:sp>
        </mc:Choice>
        <mc:Fallback xmlns="">
          <p:sp>
            <p:nvSpPr>
              <p:cNvPr id="7" name="TextBox 6">
                <a:extLst>
                  <a:ext uri="{FF2B5EF4-FFF2-40B4-BE49-F238E27FC236}">
                    <a16:creationId xmlns:a16="http://schemas.microsoft.com/office/drawing/2014/main" id="{7A26F2EA-06C5-8F31-BFD8-6C409346CB99}"/>
                  </a:ext>
                </a:extLst>
              </p:cNvPr>
              <p:cNvSpPr txBox="1">
                <a:spLocks noRot="1" noChangeAspect="1" noMove="1" noResize="1" noEditPoints="1" noAdjustHandles="1" noChangeArrowheads="1" noChangeShapeType="1" noTextEdit="1"/>
              </p:cNvSpPr>
              <p:nvPr/>
            </p:nvSpPr>
            <p:spPr>
              <a:xfrm>
                <a:off x="8153399" y="2543364"/>
                <a:ext cx="3800475" cy="3599019"/>
              </a:xfrm>
              <a:prstGeom prst="rect">
                <a:avLst/>
              </a:prstGeom>
              <a:blipFill>
                <a:blip r:embed="rId4"/>
                <a:stretch>
                  <a:fillRect l="-1603" t="-1692" r="-1603"/>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D4F7D0B0-7E7B-4879-A888-F5F2D3156A72}" type="slidenum">
              <a:rPr lang="en-US" smtClean="0">
                <a:solidFill>
                  <a:schemeClr val="tx1">
                    <a:tint val="75000"/>
                  </a:schemeClr>
                </a:solidFill>
                <a:latin typeface="+mn-lt"/>
              </a:rPr>
              <a:pPr>
                <a:spcAft>
                  <a:spcPts val="600"/>
                </a:spcAft>
              </a:pPr>
              <a:t>5</a:t>
            </a:fld>
            <a:endParaRPr lang="en-US">
              <a:solidFill>
                <a:schemeClr val="tx1">
                  <a:tint val="75000"/>
                </a:schemeClr>
              </a:solidFill>
              <a:latin typeface="+mn-lt"/>
            </a:endParaRPr>
          </a:p>
        </p:txBody>
      </p:sp>
      <p:pic>
        <p:nvPicPr>
          <p:cNvPr id="10" name="Picture 9">
            <a:extLst>
              <a:ext uri="{FF2B5EF4-FFF2-40B4-BE49-F238E27FC236}">
                <a16:creationId xmlns:a16="http://schemas.microsoft.com/office/drawing/2014/main" id="{5251E1D0-9F00-AE02-C9E4-BB8C4005DD05}"/>
              </a:ext>
            </a:extLst>
          </p:cNvPr>
          <p:cNvPicPr>
            <a:picLocks noChangeAspect="1"/>
          </p:cNvPicPr>
          <p:nvPr/>
        </p:nvPicPr>
        <p:blipFill>
          <a:blip r:embed="rId5"/>
          <a:stretch>
            <a:fillRect/>
          </a:stretch>
        </p:blipFill>
        <p:spPr>
          <a:xfrm>
            <a:off x="70075" y="3579259"/>
            <a:ext cx="6778399" cy="3163253"/>
          </a:xfrm>
          <a:prstGeom prst="rect">
            <a:avLst/>
          </a:prstGeom>
        </p:spPr>
      </p:pic>
    </p:spTree>
    <p:extLst>
      <p:ext uri="{BB962C8B-B14F-4D97-AF65-F5344CB8AC3E}">
        <p14:creationId xmlns:p14="http://schemas.microsoft.com/office/powerpoint/2010/main" val="4089245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3689" y="0"/>
            <a:ext cx="6702865" cy="1199514"/>
          </a:xfrm>
        </p:spPr>
        <p:txBody>
          <a:bodyPr/>
          <a:lstStyle/>
          <a:p>
            <a:r>
              <a:rPr lang="en-US" b="1" dirty="0"/>
              <a:t>Model Architecture and Training</a:t>
            </a:r>
          </a:p>
        </p:txBody>
      </p:sp>
      <p:sp>
        <p:nvSpPr>
          <p:cNvPr id="2" name="Slide Number Placeholder 1"/>
          <p:cNvSpPr>
            <a:spLocks noGrp="1"/>
          </p:cNvSpPr>
          <p:nvPr>
            <p:ph type="sldNum" sz="quarter" idx="4294967295"/>
          </p:nvPr>
        </p:nvSpPr>
        <p:spPr>
          <a:xfrm>
            <a:off x="9448800" y="6356350"/>
            <a:ext cx="2743200" cy="365125"/>
          </a:xfrm>
        </p:spPr>
        <p:txBody>
          <a:bodyPr/>
          <a:lstStyle/>
          <a:p>
            <a:fld id="{D4F7D0B0-7E7B-4879-A888-F5F2D3156A72}" type="slidenum">
              <a:rPr lang="en-US" smtClean="0"/>
              <a:t>6</a:t>
            </a:fld>
            <a:endParaRPr lang="en-US"/>
          </a:p>
        </p:txBody>
      </p:sp>
      <p:sp>
        <p:nvSpPr>
          <p:cNvPr id="8" name="TextBox 7">
            <a:extLst>
              <a:ext uri="{FF2B5EF4-FFF2-40B4-BE49-F238E27FC236}">
                <a16:creationId xmlns:a16="http://schemas.microsoft.com/office/drawing/2014/main" id="{AA4183A6-BAC2-0D6F-9692-0E8151BF987C}"/>
              </a:ext>
            </a:extLst>
          </p:cNvPr>
          <p:cNvSpPr txBox="1"/>
          <p:nvPr/>
        </p:nvSpPr>
        <p:spPr>
          <a:xfrm>
            <a:off x="381000" y="1400175"/>
            <a:ext cx="4733925" cy="461665"/>
          </a:xfrm>
          <a:prstGeom prst="rect">
            <a:avLst/>
          </a:prstGeom>
          <a:noFill/>
        </p:spPr>
        <p:txBody>
          <a:bodyPr wrap="square" rtlCol="0">
            <a:spAutoFit/>
          </a:bodyPr>
          <a:lstStyle/>
          <a:p>
            <a:r>
              <a:rPr lang="en-US" sz="2400" b="1" i="1" dirty="0">
                <a:solidFill>
                  <a:schemeClr val="bg2"/>
                </a:solidFill>
              </a:rPr>
              <a:t>Fourier Neural Operator (FNO)</a:t>
            </a:r>
          </a:p>
        </p:txBody>
      </p:sp>
      <p:sp>
        <p:nvSpPr>
          <p:cNvPr id="9" name="TextBox 8">
            <a:extLst>
              <a:ext uri="{FF2B5EF4-FFF2-40B4-BE49-F238E27FC236}">
                <a16:creationId xmlns:a16="http://schemas.microsoft.com/office/drawing/2014/main" id="{12D467E3-07D2-8FC9-5C26-BF5536613E41}"/>
              </a:ext>
            </a:extLst>
          </p:cNvPr>
          <p:cNvSpPr txBox="1"/>
          <p:nvPr/>
        </p:nvSpPr>
        <p:spPr>
          <a:xfrm>
            <a:off x="7439025" y="1199514"/>
            <a:ext cx="5972176" cy="400110"/>
          </a:xfrm>
          <a:prstGeom prst="rect">
            <a:avLst/>
          </a:prstGeom>
          <a:noFill/>
        </p:spPr>
        <p:txBody>
          <a:bodyPr wrap="square" rtlCol="0">
            <a:spAutoFit/>
          </a:bodyPr>
          <a:lstStyle/>
          <a:p>
            <a:r>
              <a:rPr lang="en-US" sz="2000" b="1" i="1" dirty="0"/>
              <a:t>Convolutional Neural Network (CNN)</a:t>
            </a:r>
          </a:p>
        </p:txBody>
      </p:sp>
      <p:sp>
        <p:nvSpPr>
          <p:cNvPr id="10" name="TextBox 9">
            <a:extLst>
              <a:ext uri="{FF2B5EF4-FFF2-40B4-BE49-F238E27FC236}">
                <a16:creationId xmlns:a16="http://schemas.microsoft.com/office/drawing/2014/main" id="{AB1AB097-3D66-1C2C-2472-E01157BB38A1}"/>
              </a:ext>
            </a:extLst>
          </p:cNvPr>
          <p:cNvSpPr txBox="1"/>
          <p:nvPr/>
        </p:nvSpPr>
        <p:spPr>
          <a:xfrm>
            <a:off x="55564" y="2062501"/>
            <a:ext cx="6040436" cy="3970318"/>
          </a:xfrm>
          <a:prstGeom prst="rect">
            <a:avLst/>
          </a:prstGeom>
          <a:noFill/>
        </p:spPr>
        <p:txBody>
          <a:bodyPr wrap="square" rtlCol="0">
            <a:spAutoFit/>
          </a:bodyPr>
          <a:lstStyle/>
          <a:p>
            <a:pPr marL="285750" indent="-285750" algn="just">
              <a:buFont typeface="Arial" panose="020B0604020202020204" pitchFamily="34" charset="0"/>
              <a:buChar char="•"/>
            </a:pPr>
            <a:r>
              <a:rPr lang="en-US" b="1" dirty="0">
                <a:solidFill>
                  <a:schemeClr val="bg1"/>
                </a:solidFill>
              </a:rPr>
              <a:t>Initial Fourier Layer: </a:t>
            </a:r>
            <a:r>
              <a:rPr lang="en-US" dirty="0">
                <a:solidFill>
                  <a:schemeClr val="bg1"/>
                </a:solidFill>
              </a:rPr>
              <a:t>A 3D convolutional layer with a kernel size of 1 transforms the input into a higher-dimensional representation with a specified width or modes (32 channels).</a:t>
            </a:r>
          </a:p>
          <a:p>
            <a:pPr marL="285750" indent="-285750" algn="just">
              <a:buFont typeface="Arial" panose="020B0604020202020204" pitchFamily="34" charset="0"/>
              <a:buChar char="•"/>
            </a:pPr>
            <a:endParaRPr lang="en-US" dirty="0">
              <a:solidFill>
                <a:schemeClr val="bg1"/>
              </a:solidFill>
            </a:endParaRPr>
          </a:p>
          <a:p>
            <a:pPr marL="285750" indent="-285750" algn="just">
              <a:buFont typeface="Arial" panose="020B0604020202020204" pitchFamily="34" charset="0"/>
              <a:buChar char="•"/>
            </a:pPr>
            <a:r>
              <a:rPr lang="en-US" b="1" dirty="0">
                <a:solidFill>
                  <a:schemeClr val="bg1"/>
                </a:solidFill>
              </a:rPr>
              <a:t>Intermediate Fourier Layers: </a:t>
            </a:r>
            <a:r>
              <a:rPr lang="en-US" dirty="0">
                <a:solidFill>
                  <a:schemeClr val="bg1"/>
                </a:solidFill>
              </a:rPr>
              <a:t>Additional convolutional layers are applied to the real and imaginary parts of the Fourier-transformed input to learn representations in the frequency domain.</a:t>
            </a:r>
          </a:p>
          <a:p>
            <a:pPr marL="285750" indent="-285750" algn="just">
              <a:buFont typeface="Arial" panose="020B0604020202020204" pitchFamily="34" charset="0"/>
              <a:buChar char="•"/>
            </a:pPr>
            <a:endParaRPr lang="en-US" dirty="0">
              <a:solidFill>
                <a:schemeClr val="bg1"/>
              </a:solidFill>
            </a:endParaRPr>
          </a:p>
          <a:p>
            <a:pPr marL="285750" indent="-285750" algn="just">
              <a:buFont typeface="Arial" panose="020B0604020202020204" pitchFamily="34" charset="0"/>
              <a:buChar char="•"/>
            </a:pPr>
            <a:r>
              <a:rPr lang="en-US" b="1" dirty="0">
                <a:solidFill>
                  <a:schemeClr val="bg1"/>
                </a:solidFill>
              </a:rPr>
              <a:t>Final Fourier Layer: </a:t>
            </a:r>
            <a:r>
              <a:rPr lang="en-US" dirty="0">
                <a:solidFill>
                  <a:schemeClr val="bg1"/>
                </a:solidFill>
              </a:rPr>
              <a:t>A 3D convolution reduces the processed data back to a single output channel</a:t>
            </a:r>
          </a:p>
          <a:p>
            <a:endParaRPr lang="en-US" dirty="0">
              <a:solidFill>
                <a:schemeClr val="bg1"/>
              </a:solidFill>
            </a:endParaRPr>
          </a:p>
          <a:p>
            <a:endParaRPr lang="en-US" dirty="0">
              <a:solidFill>
                <a:schemeClr val="bg1"/>
              </a:solidFill>
            </a:endParaRPr>
          </a:p>
        </p:txBody>
      </p:sp>
      <p:sp>
        <p:nvSpPr>
          <p:cNvPr id="11" name="TextBox 10">
            <a:extLst>
              <a:ext uri="{FF2B5EF4-FFF2-40B4-BE49-F238E27FC236}">
                <a16:creationId xmlns:a16="http://schemas.microsoft.com/office/drawing/2014/main" id="{71E8DE9A-0A47-2EE6-A52F-350A3F4EC753}"/>
              </a:ext>
            </a:extLst>
          </p:cNvPr>
          <p:cNvSpPr txBox="1"/>
          <p:nvPr/>
        </p:nvSpPr>
        <p:spPr>
          <a:xfrm>
            <a:off x="7258050" y="1771274"/>
            <a:ext cx="4657725" cy="4801314"/>
          </a:xfrm>
          <a:prstGeom prst="rect">
            <a:avLst/>
          </a:prstGeom>
          <a:noFill/>
        </p:spPr>
        <p:txBody>
          <a:bodyPr wrap="square" rtlCol="0">
            <a:spAutoFit/>
          </a:bodyPr>
          <a:lstStyle/>
          <a:p>
            <a:pPr algn="just"/>
            <a:r>
              <a:rPr lang="en-US" b="1" dirty="0"/>
              <a:t>Convolutional Layers: </a:t>
            </a:r>
            <a:r>
              <a:rPr lang="en-US" dirty="0"/>
              <a:t>Four 3D convolutional layers with increasing channel depths (16, 32, 64, and 1) extract spatial features.</a:t>
            </a:r>
          </a:p>
          <a:p>
            <a:pPr algn="just"/>
            <a:endParaRPr lang="en-US" dirty="0"/>
          </a:p>
          <a:p>
            <a:pPr algn="just"/>
            <a:r>
              <a:rPr lang="en-US" b="1" dirty="0"/>
              <a:t>Batch Normalization: </a:t>
            </a:r>
            <a:r>
              <a:rPr lang="en-US" dirty="0"/>
              <a:t>Applied after the first three convolutional layers to stabilize and accelerate training.</a:t>
            </a:r>
          </a:p>
          <a:p>
            <a:pPr algn="just"/>
            <a:endParaRPr lang="en-US" dirty="0"/>
          </a:p>
          <a:p>
            <a:pPr algn="just"/>
            <a:r>
              <a:rPr lang="en-US" b="1" dirty="0" err="1"/>
              <a:t>ReLU</a:t>
            </a:r>
            <a:r>
              <a:rPr lang="en-US" b="1" dirty="0"/>
              <a:t> Activation: </a:t>
            </a:r>
            <a:r>
              <a:rPr lang="en-US" dirty="0"/>
              <a:t>Introduced after each batch normalization to introduce non-linearity.</a:t>
            </a:r>
          </a:p>
          <a:p>
            <a:pPr algn="just"/>
            <a:endParaRPr lang="en-US" dirty="0"/>
          </a:p>
          <a:p>
            <a:pPr algn="just"/>
            <a:r>
              <a:rPr lang="en-US" b="1" dirty="0"/>
              <a:t>Output Layer: </a:t>
            </a:r>
            <a:r>
              <a:rPr lang="en-US" dirty="0"/>
              <a:t>A final 3D convolutional layer reduces the output to a single channel, representing the scalar prediction.</a:t>
            </a:r>
          </a:p>
        </p:txBody>
      </p:sp>
    </p:spTree>
    <p:extLst>
      <p:ext uri="{BB962C8B-B14F-4D97-AF65-F5344CB8AC3E}">
        <p14:creationId xmlns:p14="http://schemas.microsoft.com/office/powerpoint/2010/main" val="279049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5100" b="1" kern="1200">
                <a:solidFill>
                  <a:schemeClr val="tx1"/>
                </a:solidFill>
                <a:latin typeface="+mj-lt"/>
                <a:ea typeface="+mj-ea"/>
                <a:cs typeface="+mj-cs"/>
              </a:rPr>
              <a:t>Performance Metrics Comparison</a:t>
            </a:r>
          </a:p>
        </p:txBody>
      </p:sp>
      <p:sp>
        <p:nvSpPr>
          <p:cNvPr id="14"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294967295"/>
          </p:nvPr>
        </p:nvSpPr>
        <p:spPr>
          <a:xfrm>
            <a:off x="8610600" y="6356350"/>
            <a:ext cx="2743200" cy="365125"/>
          </a:xfrm>
        </p:spPr>
        <p:txBody>
          <a:bodyPr vert="horz" lIns="91440" tIns="45720" rIns="91440" bIns="45720" rtlCol="0" anchor="ctr">
            <a:normAutofit/>
          </a:bodyPr>
          <a:lstStyle/>
          <a:p>
            <a:pPr>
              <a:spcAft>
                <a:spcPts val="600"/>
              </a:spcAft>
            </a:pPr>
            <a:fld id="{D4F7D0B0-7E7B-4879-A888-F5F2D3156A72}" type="slidenum">
              <a:rPr lang="en-US" smtClean="0">
                <a:solidFill>
                  <a:schemeClr val="tx1">
                    <a:tint val="75000"/>
                  </a:schemeClr>
                </a:solidFill>
                <a:latin typeface="+mn-lt"/>
              </a:rPr>
              <a:pPr>
                <a:spcAft>
                  <a:spcPts val="600"/>
                </a:spcAft>
              </a:pPr>
              <a:t>7</a:t>
            </a:fld>
            <a:endParaRPr lang="en-US">
              <a:solidFill>
                <a:schemeClr val="tx1">
                  <a:tint val="75000"/>
                </a:schemeClr>
              </a:solidFill>
              <a:latin typeface="+mn-lt"/>
            </a:endParaRPr>
          </a:p>
        </p:txBody>
      </p:sp>
      <p:graphicFrame>
        <p:nvGraphicFramePr>
          <p:cNvPr id="7" name="Table 6">
            <a:extLst>
              <a:ext uri="{FF2B5EF4-FFF2-40B4-BE49-F238E27FC236}">
                <a16:creationId xmlns:a16="http://schemas.microsoft.com/office/drawing/2014/main" id="{3C92DCE7-6E5C-69B1-46DB-65D266B23591}"/>
              </a:ext>
            </a:extLst>
          </p:cNvPr>
          <p:cNvGraphicFramePr>
            <a:graphicFrameLocks noGrp="1"/>
          </p:cNvGraphicFramePr>
          <p:nvPr>
            <p:extLst>
              <p:ext uri="{D42A27DB-BD31-4B8C-83A1-F6EECF244321}">
                <p14:modId xmlns:p14="http://schemas.microsoft.com/office/powerpoint/2010/main" val="721187136"/>
              </p:ext>
            </p:extLst>
          </p:nvPr>
        </p:nvGraphicFramePr>
        <p:xfrm>
          <a:off x="553790" y="2218480"/>
          <a:ext cx="11079822" cy="3586360"/>
        </p:xfrm>
        <a:graphic>
          <a:graphicData uri="http://schemas.openxmlformats.org/drawingml/2006/table">
            <a:tbl>
              <a:tblPr firstRow="1" bandRow="1">
                <a:solidFill>
                  <a:srgbClr val="F7F7F7"/>
                </a:solidFill>
              </a:tblPr>
              <a:tblGrid>
                <a:gridCol w="3693274">
                  <a:extLst>
                    <a:ext uri="{9D8B030D-6E8A-4147-A177-3AD203B41FA5}">
                      <a16:colId xmlns:a16="http://schemas.microsoft.com/office/drawing/2014/main" val="3611805760"/>
                    </a:ext>
                  </a:extLst>
                </a:gridCol>
                <a:gridCol w="3693274">
                  <a:extLst>
                    <a:ext uri="{9D8B030D-6E8A-4147-A177-3AD203B41FA5}">
                      <a16:colId xmlns:a16="http://schemas.microsoft.com/office/drawing/2014/main" val="1326176103"/>
                    </a:ext>
                  </a:extLst>
                </a:gridCol>
                <a:gridCol w="3693274">
                  <a:extLst>
                    <a:ext uri="{9D8B030D-6E8A-4147-A177-3AD203B41FA5}">
                      <a16:colId xmlns:a16="http://schemas.microsoft.com/office/drawing/2014/main" val="863171985"/>
                    </a:ext>
                  </a:extLst>
                </a:gridCol>
              </a:tblGrid>
              <a:tr h="483755">
                <a:tc>
                  <a:txBody>
                    <a:bodyPr/>
                    <a:lstStyle/>
                    <a:p>
                      <a:r>
                        <a:rPr lang="en-US" sz="1200" b="1" cap="all" spc="60">
                          <a:solidFill>
                            <a:schemeClr val="tx1"/>
                          </a:solidFill>
                        </a:rPr>
                        <a:t>Metric</a:t>
                      </a:r>
                    </a:p>
                  </a:txBody>
                  <a:tcPr marL="134376" marR="134376" marT="134376" marB="134376" anchor="ctr">
                    <a:lnL w="12700" cmpd="sng">
                      <a:noFill/>
                    </a:lnL>
                    <a:lnR w="12700" cmpd="sng">
                      <a:noFill/>
                    </a:lnR>
                    <a:lnT w="12700" cmpd="sng">
                      <a:noFill/>
                    </a:lnT>
                    <a:lnB w="38100" cmpd="sng">
                      <a:noFill/>
                    </a:lnB>
                    <a:noFill/>
                  </a:tcPr>
                </a:tc>
                <a:tc>
                  <a:txBody>
                    <a:bodyPr/>
                    <a:lstStyle/>
                    <a:p>
                      <a:r>
                        <a:rPr lang="en-US" sz="1200" b="1" cap="all" spc="60">
                          <a:solidFill>
                            <a:schemeClr val="tx1"/>
                          </a:solidFill>
                        </a:rPr>
                        <a:t>FNO Results</a:t>
                      </a:r>
                    </a:p>
                  </a:txBody>
                  <a:tcPr marL="134376" marR="134376" marT="134376" marB="134376" anchor="ctr">
                    <a:lnL w="12700" cmpd="sng">
                      <a:noFill/>
                    </a:lnL>
                    <a:lnR w="12700" cmpd="sng">
                      <a:noFill/>
                    </a:lnR>
                    <a:lnT w="12700" cmpd="sng">
                      <a:noFill/>
                    </a:lnT>
                    <a:lnB w="38100" cmpd="sng">
                      <a:noFill/>
                    </a:lnB>
                    <a:noFill/>
                  </a:tcPr>
                </a:tc>
                <a:tc>
                  <a:txBody>
                    <a:bodyPr/>
                    <a:lstStyle/>
                    <a:p>
                      <a:r>
                        <a:rPr lang="en-US" sz="1200" b="1" cap="all" spc="60" dirty="0">
                          <a:solidFill>
                            <a:schemeClr val="tx1"/>
                          </a:solidFill>
                        </a:rPr>
                        <a:t>CNN Results</a:t>
                      </a:r>
                    </a:p>
                  </a:txBody>
                  <a:tcPr marL="134376" marR="134376" marT="134376" marB="134376" anchor="ctr">
                    <a:lnL w="12700" cmpd="sng">
                      <a:noFill/>
                    </a:lnL>
                    <a:lnR w="12700" cmpd="sng">
                      <a:noFill/>
                    </a:lnR>
                    <a:lnT w="12700" cmpd="sng">
                      <a:noFill/>
                    </a:lnT>
                    <a:lnB w="38100" cmpd="sng">
                      <a:noFill/>
                    </a:lnB>
                    <a:noFill/>
                  </a:tcPr>
                </a:tc>
                <a:extLst>
                  <a:ext uri="{0D108BD9-81ED-4DB2-BD59-A6C34878D82A}">
                    <a16:rowId xmlns:a16="http://schemas.microsoft.com/office/drawing/2014/main" val="2354984029"/>
                  </a:ext>
                </a:extLst>
              </a:tr>
              <a:tr h="409102">
                <a:tc>
                  <a:txBody>
                    <a:bodyPr/>
                    <a:lstStyle/>
                    <a:p>
                      <a:r>
                        <a:rPr lang="en-US" sz="1600" b="1" cap="none" spc="0">
                          <a:solidFill>
                            <a:schemeClr val="tx1"/>
                          </a:solidFill>
                        </a:rPr>
                        <a:t>RMSE</a:t>
                      </a:r>
                      <a:endParaRPr lang="en-US" sz="1600" cap="none" spc="0">
                        <a:solidFill>
                          <a:schemeClr val="tx1"/>
                        </a:solidFill>
                      </a:endParaRPr>
                    </a:p>
                  </a:txBody>
                  <a:tcPr marL="89584" marR="89584" marT="44792" marB="89584"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r>
                        <a:rPr lang="en-US" sz="1600" cap="none" spc="0">
                          <a:solidFill>
                            <a:schemeClr val="tx1"/>
                          </a:solidFill>
                        </a:rPr>
                        <a:t>0.0565</a:t>
                      </a:r>
                    </a:p>
                  </a:txBody>
                  <a:tcPr marL="89584" marR="89584" marT="44792" marB="89584"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r>
                        <a:rPr lang="en-US" sz="1600" cap="none" spc="0">
                          <a:solidFill>
                            <a:schemeClr val="tx1"/>
                          </a:solidFill>
                        </a:rPr>
                        <a:t>0.0362</a:t>
                      </a:r>
                    </a:p>
                  </a:txBody>
                  <a:tcPr marL="89584" marR="89584" marT="44792" marB="89584" anchor="ctr">
                    <a:lnL w="12700" cmpd="sng">
                      <a:noFill/>
                      <a:prstDash val="solid"/>
                    </a:lnL>
                    <a:lnR w="12700" cmpd="sng">
                      <a:noFill/>
                      <a:prstDash val="solid"/>
                    </a:lnR>
                    <a:lnT w="38100" cmpd="sng">
                      <a:noFill/>
                    </a:lnT>
                    <a:lnB w="12700" cmpd="sng">
                      <a:noFill/>
                      <a:prstDash val="solid"/>
                    </a:lnB>
                    <a:solidFill>
                      <a:srgbClr val="F7F7F7"/>
                    </a:solidFill>
                  </a:tcPr>
                </a:tc>
                <a:extLst>
                  <a:ext uri="{0D108BD9-81ED-4DB2-BD59-A6C34878D82A}">
                    <a16:rowId xmlns:a16="http://schemas.microsoft.com/office/drawing/2014/main" val="3662095562"/>
                  </a:ext>
                </a:extLst>
              </a:tr>
              <a:tr h="409102">
                <a:tc>
                  <a:txBody>
                    <a:bodyPr/>
                    <a:lstStyle/>
                    <a:p>
                      <a:r>
                        <a:rPr lang="en-US" sz="1600" b="1" cap="none" spc="0">
                          <a:solidFill>
                            <a:schemeClr val="tx1"/>
                          </a:solidFill>
                        </a:rPr>
                        <a:t>MAE</a:t>
                      </a:r>
                      <a:endParaRPr lang="en-US" sz="1600" cap="none" spc="0">
                        <a:solidFill>
                          <a:schemeClr val="tx1"/>
                        </a:solidFill>
                      </a:endParaRPr>
                    </a:p>
                  </a:txBody>
                  <a:tcPr marL="89584" marR="89584" marT="44792" marB="8958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r>
                        <a:rPr lang="en-US" sz="1600" cap="none" spc="0">
                          <a:solidFill>
                            <a:schemeClr val="tx1"/>
                          </a:solidFill>
                        </a:rPr>
                        <a:t>0.0195</a:t>
                      </a:r>
                    </a:p>
                  </a:txBody>
                  <a:tcPr marL="89584" marR="89584" marT="44792" marB="8958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r>
                        <a:rPr lang="en-US" sz="1600" cap="none" spc="0">
                          <a:solidFill>
                            <a:schemeClr val="tx1"/>
                          </a:solidFill>
                        </a:rPr>
                        <a:t>0.0077</a:t>
                      </a:r>
                    </a:p>
                  </a:txBody>
                  <a:tcPr marL="89584" marR="89584" marT="44792" marB="8958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372336782"/>
                  </a:ext>
                </a:extLst>
              </a:tr>
              <a:tr h="409102">
                <a:tc>
                  <a:txBody>
                    <a:bodyPr/>
                    <a:lstStyle/>
                    <a:p>
                      <a:r>
                        <a:rPr lang="en-US" sz="1600" b="1" cap="none" spc="0">
                          <a:solidFill>
                            <a:schemeClr val="tx1"/>
                          </a:solidFill>
                        </a:rPr>
                        <a:t>R² Score</a:t>
                      </a:r>
                      <a:endParaRPr lang="en-US" sz="1600" cap="none" spc="0">
                        <a:solidFill>
                          <a:schemeClr val="tx1"/>
                        </a:solidFill>
                      </a:endParaRPr>
                    </a:p>
                  </a:txBody>
                  <a:tcPr marL="89584" marR="89584" marT="44792" marB="8958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r>
                        <a:rPr lang="en-US" sz="1600" cap="none" spc="0">
                          <a:solidFill>
                            <a:schemeClr val="tx1"/>
                          </a:solidFill>
                        </a:rPr>
                        <a:t>0.5178</a:t>
                      </a:r>
                    </a:p>
                  </a:txBody>
                  <a:tcPr marL="89584" marR="89584" marT="44792" marB="8958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r>
                        <a:rPr lang="en-US" sz="1600" cap="none" spc="0">
                          <a:solidFill>
                            <a:schemeClr val="tx1"/>
                          </a:solidFill>
                        </a:rPr>
                        <a:t>0.7911</a:t>
                      </a:r>
                    </a:p>
                  </a:txBody>
                  <a:tcPr marL="89584" marR="89584" marT="44792" marB="89584"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4210600428"/>
                  </a:ext>
                </a:extLst>
              </a:tr>
              <a:tr h="409102">
                <a:tc>
                  <a:txBody>
                    <a:bodyPr/>
                    <a:lstStyle/>
                    <a:p>
                      <a:r>
                        <a:rPr lang="en-US" sz="1600" b="1" cap="none" spc="0">
                          <a:solidFill>
                            <a:schemeClr val="tx1"/>
                          </a:solidFill>
                        </a:rPr>
                        <a:t>PSNR (dB)</a:t>
                      </a:r>
                      <a:endParaRPr lang="en-US" sz="1600" cap="none" spc="0">
                        <a:solidFill>
                          <a:schemeClr val="tx1"/>
                        </a:solidFill>
                      </a:endParaRPr>
                    </a:p>
                  </a:txBody>
                  <a:tcPr marL="89584" marR="89584" marT="44792" marB="8958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r>
                        <a:rPr lang="en-US" sz="1600" cap="none" spc="0">
                          <a:solidFill>
                            <a:schemeClr val="tx1"/>
                          </a:solidFill>
                        </a:rPr>
                        <a:t>25.17</a:t>
                      </a:r>
                    </a:p>
                  </a:txBody>
                  <a:tcPr marL="89584" marR="89584" marT="44792" marB="8958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r>
                        <a:rPr lang="en-US" sz="1600" cap="none" spc="0">
                          <a:solidFill>
                            <a:schemeClr val="tx1"/>
                          </a:solidFill>
                        </a:rPr>
                        <a:t>29.04</a:t>
                      </a:r>
                    </a:p>
                  </a:txBody>
                  <a:tcPr marL="89584" marR="89584" marT="44792" marB="8958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4035077871"/>
                  </a:ext>
                </a:extLst>
              </a:tr>
              <a:tr h="409102">
                <a:tc>
                  <a:txBody>
                    <a:bodyPr/>
                    <a:lstStyle/>
                    <a:p>
                      <a:r>
                        <a:rPr lang="en-US" sz="1600" b="1" cap="none" spc="0">
                          <a:solidFill>
                            <a:schemeClr val="tx1"/>
                          </a:solidFill>
                        </a:rPr>
                        <a:t>SSIM</a:t>
                      </a:r>
                      <a:endParaRPr lang="en-US" sz="1600" cap="none" spc="0">
                        <a:solidFill>
                          <a:schemeClr val="tx1"/>
                        </a:solidFill>
                      </a:endParaRPr>
                    </a:p>
                  </a:txBody>
                  <a:tcPr marL="89584" marR="89584" marT="44792" marB="8958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r>
                        <a:rPr lang="en-US" sz="1600" cap="none" spc="0">
                          <a:solidFill>
                            <a:schemeClr val="tx1"/>
                          </a:solidFill>
                        </a:rPr>
                        <a:t>0.9991</a:t>
                      </a:r>
                    </a:p>
                  </a:txBody>
                  <a:tcPr marL="89584" marR="89584" marT="44792" marB="8958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r>
                        <a:rPr lang="en-US" sz="1600" cap="none" spc="0">
                          <a:solidFill>
                            <a:schemeClr val="tx1"/>
                          </a:solidFill>
                        </a:rPr>
                        <a:t>0.9995</a:t>
                      </a:r>
                    </a:p>
                  </a:txBody>
                  <a:tcPr marL="89584" marR="89584" marT="44792" marB="89584"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591383226"/>
                  </a:ext>
                </a:extLst>
              </a:tr>
              <a:tr h="409102">
                <a:tc>
                  <a:txBody>
                    <a:bodyPr/>
                    <a:lstStyle/>
                    <a:p>
                      <a:r>
                        <a:rPr lang="en-US" sz="1600" b="1" cap="none" spc="0">
                          <a:solidFill>
                            <a:schemeClr val="tx1"/>
                          </a:solidFill>
                        </a:rPr>
                        <a:t>Dice Similarity Coefficient</a:t>
                      </a:r>
                      <a:endParaRPr lang="en-US" sz="1600" cap="none" spc="0">
                        <a:solidFill>
                          <a:schemeClr val="tx1"/>
                        </a:solidFill>
                      </a:endParaRPr>
                    </a:p>
                  </a:txBody>
                  <a:tcPr marL="89584" marR="89584" marT="44792" marB="8958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r>
                        <a:rPr lang="en-US" sz="1600" cap="none" spc="0">
                          <a:solidFill>
                            <a:schemeClr val="tx1"/>
                          </a:solidFill>
                        </a:rPr>
                        <a:t>0.3812</a:t>
                      </a:r>
                    </a:p>
                  </a:txBody>
                  <a:tcPr marL="89584" marR="89584" marT="44792" marB="8958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r>
                        <a:rPr lang="en-US" sz="1600" cap="none" spc="0">
                          <a:solidFill>
                            <a:schemeClr val="tx1"/>
                          </a:solidFill>
                        </a:rPr>
                        <a:t>0.5962</a:t>
                      </a:r>
                    </a:p>
                  </a:txBody>
                  <a:tcPr marL="89584" marR="89584" marT="44792" marB="8958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3597554376"/>
                  </a:ext>
                </a:extLst>
              </a:tr>
              <a:tr h="647993">
                <a:tc>
                  <a:txBody>
                    <a:bodyPr/>
                    <a:lstStyle/>
                    <a:p>
                      <a:r>
                        <a:rPr lang="en-US" sz="1600" b="1" cap="none" spc="0">
                          <a:solidFill>
                            <a:schemeClr val="tx1"/>
                          </a:solidFill>
                        </a:rPr>
                        <a:t>MAPE (%)</a:t>
                      </a:r>
                      <a:endParaRPr lang="en-US" sz="1600" cap="none" spc="0">
                        <a:solidFill>
                          <a:schemeClr val="tx1"/>
                        </a:solidFill>
                      </a:endParaRPr>
                    </a:p>
                  </a:txBody>
                  <a:tcPr marL="89584" marR="89584" marT="44792" marB="89584"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r>
                        <a:rPr lang="en-US" sz="1600" cap="none" spc="0" dirty="0">
                          <a:solidFill>
                            <a:schemeClr val="tx1"/>
                          </a:solidFill>
                        </a:rPr>
                        <a:t>3.504×10^24</a:t>
                      </a:r>
                    </a:p>
                  </a:txBody>
                  <a:tcPr marL="89584" marR="89584" marT="44792" marB="89584"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r>
                        <a:rPr lang="en-US" sz="1600" cap="none" spc="0" dirty="0">
                          <a:solidFill>
                            <a:schemeClr val="tx1"/>
                          </a:solidFill>
                        </a:rPr>
                        <a:t>3.188×10^23</a:t>
                      </a:r>
                    </a:p>
                  </a:txBody>
                  <a:tcPr marL="89584" marR="89584" marT="44792" marB="89584"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extLst>
                  <a:ext uri="{0D108BD9-81ED-4DB2-BD59-A6C34878D82A}">
                    <a16:rowId xmlns:a16="http://schemas.microsoft.com/office/drawing/2014/main" val="2774376574"/>
                  </a:ext>
                </a:extLst>
              </a:tr>
            </a:tbl>
          </a:graphicData>
        </a:graphic>
      </p:graphicFrame>
    </p:spTree>
    <p:extLst>
      <p:ext uri="{BB962C8B-B14F-4D97-AF65-F5344CB8AC3E}">
        <p14:creationId xmlns:p14="http://schemas.microsoft.com/office/powerpoint/2010/main" val="376943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11015" y="136525"/>
            <a:ext cx="11309839" cy="971306"/>
          </a:xfrm>
        </p:spPr>
        <p:txBody>
          <a:bodyPr/>
          <a:lstStyle/>
          <a:p>
            <a:r>
              <a:rPr lang="en-US" b="1" dirty="0"/>
              <a:t>Qualitative Presentation of Prediction</a:t>
            </a:r>
          </a:p>
        </p:txBody>
      </p:sp>
      <p:sp>
        <p:nvSpPr>
          <p:cNvPr id="6" name="Slide Number Placeholder 5"/>
          <p:cNvSpPr>
            <a:spLocks noGrp="1"/>
          </p:cNvSpPr>
          <p:nvPr>
            <p:ph type="sldNum" sz="quarter" idx="4294967295"/>
          </p:nvPr>
        </p:nvSpPr>
        <p:spPr>
          <a:xfrm>
            <a:off x="9448800" y="6356350"/>
            <a:ext cx="2743200" cy="365125"/>
          </a:xfrm>
        </p:spPr>
        <p:txBody>
          <a:bodyPr/>
          <a:lstStyle/>
          <a:p>
            <a:fld id="{D4F7D0B0-7E7B-4879-A888-F5F2D3156A72}" type="slidenum">
              <a:rPr lang="en-US" smtClean="0"/>
              <a:pPr/>
              <a:t>8</a:t>
            </a:fld>
            <a:endParaRPr lang="en-US" dirty="0"/>
          </a:p>
        </p:txBody>
      </p:sp>
      <p:pic>
        <p:nvPicPr>
          <p:cNvPr id="7" name="Picture 6">
            <a:extLst>
              <a:ext uri="{FF2B5EF4-FFF2-40B4-BE49-F238E27FC236}">
                <a16:creationId xmlns:a16="http://schemas.microsoft.com/office/drawing/2014/main" id="{E71993DE-CBF8-D1AB-9828-0646E1B82821}"/>
              </a:ext>
            </a:extLst>
          </p:cNvPr>
          <p:cNvPicPr>
            <a:picLocks noChangeAspect="1"/>
          </p:cNvPicPr>
          <p:nvPr/>
        </p:nvPicPr>
        <p:blipFill>
          <a:blip r:embed="rId3"/>
          <a:stretch>
            <a:fillRect/>
          </a:stretch>
        </p:blipFill>
        <p:spPr>
          <a:xfrm>
            <a:off x="590551" y="919163"/>
            <a:ext cx="6000750" cy="2949038"/>
          </a:xfrm>
          <a:prstGeom prst="rect">
            <a:avLst/>
          </a:prstGeom>
        </p:spPr>
      </p:pic>
      <p:sp>
        <p:nvSpPr>
          <p:cNvPr id="8" name="Arrow: Right 7">
            <a:extLst>
              <a:ext uri="{FF2B5EF4-FFF2-40B4-BE49-F238E27FC236}">
                <a16:creationId xmlns:a16="http://schemas.microsoft.com/office/drawing/2014/main" id="{2EA1BCDB-5A37-2C0D-38D3-480F270C56B9}"/>
              </a:ext>
            </a:extLst>
          </p:cNvPr>
          <p:cNvSpPr/>
          <p:nvPr/>
        </p:nvSpPr>
        <p:spPr>
          <a:xfrm rot="10800000">
            <a:off x="7522552" y="2219325"/>
            <a:ext cx="1981200" cy="3651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508B5AD-3A58-8610-3D3F-CADBA14A1C0E}"/>
              </a:ext>
            </a:extLst>
          </p:cNvPr>
          <p:cNvSpPr txBox="1"/>
          <p:nvPr/>
        </p:nvSpPr>
        <p:spPr>
          <a:xfrm>
            <a:off x="9848850" y="2219325"/>
            <a:ext cx="1562100" cy="369332"/>
          </a:xfrm>
          <a:prstGeom prst="rect">
            <a:avLst/>
          </a:prstGeom>
          <a:noFill/>
        </p:spPr>
        <p:txBody>
          <a:bodyPr wrap="square" rtlCol="0">
            <a:spAutoFit/>
          </a:bodyPr>
          <a:lstStyle/>
          <a:p>
            <a:r>
              <a:rPr lang="en-US" dirty="0"/>
              <a:t>FNO</a:t>
            </a:r>
          </a:p>
        </p:txBody>
      </p:sp>
      <p:sp>
        <p:nvSpPr>
          <p:cNvPr id="10" name="Arrow: Right 9">
            <a:extLst>
              <a:ext uri="{FF2B5EF4-FFF2-40B4-BE49-F238E27FC236}">
                <a16:creationId xmlns:a16="http://schemas.microsoft.com/office/drawing/2014/main" id="{9DE49536-019F-502F-F062-F41E763818AB}"/>
              </a:ext>
            </a:extLst>
          </p:cNvPr>
          <p:cNvSpPr/>
          <p:nvPr/>
        </p:nvSpPr>
        <p:spPr>
          <a:xfrm rot="10800000">
            <a:off x="7467600" y="5076825"/>
            <a:ext cx="1981200" cy="3651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EBC8CB3-F86C-01A1-076A-6C9017D1949C}"/>
              </a:ext>
            </a:extLst>
          </p:cNvPr>
          <p:cNvSpPr txBox="1"/>
          <p:nvPr/>
        </p:nvSpPr>
        <p:spPr>
          <a:xfrm>
            <a:off x="9848850" y="5076825"/>
            <a:ext cx="1562100" cy="369332"/>
          </a:xfrm>
          <a:prstGeom prst="rect">
            <a:avLst/>
          </a:prstGeom>
          <a:noFill/>
        </p:spPr>
        <p:txBody>
          <a:bodyPr wrap="square" rtlCol="0">
            <a:spAutoFit/>
          </a:bodyPr>
          <a:lstStyle/>
          <a:p>
            <a:r>
              <a:rPr lang="en-US" dirty="0"/>
              <a:t>CNN</a:t>
            </a:r>
          </a:p>
        </p:txBody>
      </p:sp>
      <p:pic>
        <p:nvPicPr>
          <p:cNvPr id="13" name="Picture 12" descr="A close-up of a red and yellow light&#10;&#10;Description automatically generated">
            <a:extLst>
              <a:ext uri="{FF2B5EF4-FFF2-40B4-BE49-F238E27FC236}">
                <a16:creationId xmlns:a16="http://schemas.microsoft.com/office/drawing/2014/main" id="{280E66DB-E684-FB51-5022-9089BF56BE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1895" y="3934900"/>
            <a:ext cx="6110459" cy="3014102"/>
          </a:xfrm>
          <a:prstGeom prst="rect">
            <a:avLst/>
          </a:prstGeom>
        </p:spPr>
      </p:pic>
    </p:spTree>
    <p:extLst>
      <p:ext uri="{BB962C8B-B14F-4D97-AF65-F5344CB8AC3E}">
        <p14:creationId xmlns:p14="http://schemas.microsoft.com/office/powerpoint/2010/main" val="1206522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b="1" kern="1200">
                <a:solidFill>
                  <a:srgbClr val="FFFFFF"/>
                </a:solidFill>
                <a:latin typeface="+mj-lt"/>
                <a:ea typeface="+mj-ea"/>
                <a:cs typeface="+mj-cs"/>
              </a:rPr>
              <a:t>Performance with Different Loss Functions</a:t>
            </a:r>
          </a:p>
        </p:txBody>
      </p:sp>
      <p:pic>
        <p:nvPicPr>
          <p:cNvPr id="8" name="Picture 7" descr="A black and white sheet music&#10;&#10;Description automatically generated">
            <a:extLst>
              <a:ext uri="{FF2B5EF4-FFF2-40B4-BE49-F238E27FC236}">
                <a16:creationId xmlns:a16="http://schemas.microsoft.com/office/drawing/2014/main" id="{5EA7B717-5C76-AC6E-B612-A7B40B7FB61E}"/>
              </a:ext>
            </a:extLst>
          </p:cNvPr>
          <p:cNvPicPr>
            <a:picLocks noChangeAspect="1"/>
          </p:cNvPicPr>
          <p:nvPr/>
        </p:nvPicPr>
        <p:blipFill>
          <a:blip r:embed="rId3"/>
          <a:stretch>
            <a:fillRect/>
          </a:stretch>
        </p:blipFill>
        <p:spPr>
          <a:xfrm>
            <a:off x="432225" y="2040139"/>
            <a:ext cx="11327549" cy="4304468"/>
          </a:xfrm>
          <a:prstGeom prst="rect">
            <a:avLst/>
          </a:prstGeom>
        </p:spPr>
      </p:pic>
      <p:sp>
        <p:nvSpPr>
          <p:cNvPr id="2" name="Slide Number Placeholder 1"/>
          <p:cNvSpPr>
            <a:spLocks noGrp="1"/>
          </p:cNvSpPr>
          <p:nvPr>
            <p:ph type="sldNum" sz="quarter" idx="4294967295"/>
          </p:nvPr>
        </p:nvSpPr>
        <p:spPr>
          <a:xfrm>
            <a:off x="11704319" y="6455664"/>
            <a:ext cx="448056" cy="365125"/>
          </a:xfrm>
        </p:spPr>
        <p:txBody>
          <a:bodyPr vert="horz" lIns="91440" tIns="45720" rIns="91440" bIns="45720" rtlCol="0" anchor="ctr">
            <a:normAutofit/>
          </a:bodyPr>
          <a:lstStyle/>
          <a:p>
            <a:pPr>
              <a:spcAft>
                <a:spcPts val="600"/>
              </a:spcAft>
            </a:pPr>
            <a:fld id="{D4F7D0B0-7E7B-4879-A888-F5F2D3156A72}" type="slidenum">
              <a:rPr lang="en-US" sz="1100">
                <a:solidFill>
                  <a:schemeClr val="tx1">
                    <a:lumMod val="50000"/>
                    <a:lumOff val="50000"/>
                  </a:schemeClr>
                </a:solidFill>
                <a:latin typeface="+mn-lt"/>
              </a:rPr>
              <a:pPr>
                <a:spcAft>
                  <a:spcPts val="600"/>
                </a:spcAft>
              </a:pPr>
              <a:t>9</a:t>
            </a:fld>
            <a:endParaRPr lang="en-US" sz="1100">
              <a:solidFill>
                <a:schemeClr val="tx1">
                  <a:lumMod val="50000"/>
                  <a:lumOff val="50000"/>
                </a:schemeClr>
              </a:solidFill>
              <a:latin typeface="+mn-lt"/>
            </a:endParaRPr>
          </a:p>
        </p:txBody>
      </p:sp>
    </p:spTree>
    <p:extLst>
      <p:ext uri="{BB962C8B-B14F-4D97-AF65-F5344CB8AC3E}">
        <p14:creationId xmlns:p14="http://schemas.microsoft.com/office/powerpoint/2010/main" val="709221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b="1" kern="1200">
                <a:solidFill>
                  <a:srgbClr val="FFFFFF"/>
                </a:solidFill>
                <a:latin typeface="+mj-lt"/>
                <a:ea typeface="+mj-ea"/>
                <a:cs typeface="+mj-cs"/>
              </a:rPr>
              <a:t>Performance Metrics for FNO with Different Mode</a:t>
            </a:r>
          </a:p>
        </p:txBody>
      </p:sp>
      <p:pic>
        <p:nvPicPr>
          <p:cNvPr id="10" name="Picture 9" descr="A black and white image of numbers&#10;&#10;Description automatically generated">
            <a:extLst>
              <a:ext uri="{FF2B5EF4-FFF2-40B4-BE49-F238E27FC236}">
                <a16:creationId xmlns:a16="http://schemas.microsoft.com/office/drawing/2014/main" id="{225C3587-A906-1F22-0059-BA4805FD72E7}"/>
              </a:ext>
            </a:extLst>
          </p:cNvPr>
          <p:cNvPicPr>
            <a:picLocks noChangeAspect="1"/>
          </p:cNvPicPr>
          <p:nvPr/>
        </p:nvPicPr>
        <p:blipFill>
          <a:blip r:embed="rId3"/>
          <a:stretch>
            <a:fillRect/>
          </a:stretch>
        </p:blipFill>
        <p:spPr>
          <a:xfrm>
            <a:off x="432225" y="2238372"/>
            <a:ext cx="11327549" cy="3908002"/>
          </a:xfrm>
          <a:prstGeom prst="rect">
            <a:avLst/>
          </a:prstGeom>
        </p:spPr>
      </p:pic>
      <p:sp>
        <p:nvSpPr>
          <p:cNvPr id="3" name="Slide Number Placeholder 2"/>
          <p:cNvSpPr>
            <a:spLocks noGrp="1"/>
          </p:cNvSpPr>
          <p:nvPr>
            <p:ph type="sldNum" sz="quarter" idx="12"/>
          </p:nvPr>
        </p:nvSpPr>
        <p:spPr>
          <a:xfrm>
            <a:off x="11704319" y="6455664"/>
            <a:ext cx="448056" cy="365125"/>
          </a:xfrm>
        </p:spPr>
        <p:txBody>
          <a:bodyPr vert="horz" lIns="91440" tIns="45720" rIns="91440" bIns="45720" rtlCol="0" anchor="ctr">
            <a:normAutofit/>
          </a:bodyPr>
          <a:lstStyle/>
          <a:p>
            <a:pPr>
              <a:spcAft>
                <a:spcPts val="600"/>
              </a:spcAft>
            </a:pPr>
            <a:fld id="{D4F7D0B0-7E7B-4879-A888-F5F2D3156A72}" type="slidenum">
              <a:rPr lang="en-US" sz="1100">
                <a:solidFill>
                  <a:schemeClr val="tx1">
                    <a:lumMod val="50000"/>
                    <a:lumOff val="50000"/>
                  </a:schemeClr>
                </a:solidFill>
                <a:latin typeface="+mn-lt"/>
              </a:rPr>
              <a:pPr>
                <a:spcAft>
                  <a:spcPts val="600"/>
                </a:spcAft>
              </a:pPr>
              <a:t>10</a:t>
            </a:fld>
            <a:endParaRPr lang="en-US" sz="1100">
              <a:solidFill>
                <a:schemeClr val="tx1">
                  <a:lumMod val="50000"/>
                  <a:lumOff val="50000"/>
                </a:schemeClr>
              </a:solidFill>
              <a:latin typeface="+mn-lt"/>
            </a:endParaRPr>
          </a:p>
        </p:txBody>
      </p:sp>
    </p:spTree>
    <p:extLst>
      <p:ext uri="{BB962C8B-B14F-4D97-AF65-F5344CB8AC3E}">
        <p14:creationId xmlns:p14="http://schemas.microsoft.com/office/powerpoint/2010/main" val="1633427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1F6E1-E50F-D669-01F8-A3E13CD95FB1}"/>
              </a:ext>
            </a:extLst>
          </p:cNvPr>
          <p:cNvSpPr>
            <a:spLocks noGrp="1"/>
          </p:cNvSpPr>
          <p:nvPr>
            <p:ph type="title"/>
          </p:nvPr>
        </p:nvSpPr>
        <p:spPr>
          <a:xfrm>
            <a:off x="220540" y="136525"/>
            <a:ext cx="11309839" cy="971306"/>
          </a:xfrm>
        </p:spPr>
        <p:txBody>
          <a:bodyPr/>
          <a:lstStyle/>
          <a:p>
            <a:r>
              <a:rPr lang="en-US" b="1" dirty="0"/>
              <a:t>Takeaway Key points</a:t>
            </a:r>
          </a:p>
        </p:txBody>
      </p:sp>
      <p:sp>
        <p:nvSpPr>
          <p:cNvPr id="3" name="Slide Number Placeholder 2">
            <a:extLst>
              <a:ext uri="{FF2B5EF4-FFF2-40B4-BE49-F238E27FC236}">
                <a16:creationId xmlns:a16="http://schemas.microsoft.com/office/drawing/2014/main" id="{5E9575EF-5AB9-5697-E9D6-C64E2B258B60}"/>
              </a:ext>
            </a:extLst>
          </p:cNvPr>
          <p:cNvSpPr>
            <a:spLocks noGrp="1"/>
          </p:cNvSpPr>
          <p:nvPr>
            <p:ph type="sldNum" sz="quarter" idx="12"/>
          </p:nvPr>
        </p:nvSpPr>
        <p:spPr/>
        <p:txBody>
          <a:bodyPr/>
          <a:lstStyle/>
          <a:p>
            <a:fld id="{D4F7D0B0-7E7B-4879-A888-F5F2D3156A72}" type="slidenum">
              <a:rPr lang="en-US" smtClean="0"/>
              <a:t>11</a:t>
            </a:fld>
            <a:endParaRPr lang="en-US"/>
          </a:p>
        </p:txBody>
      </p:sp>
      <p:sp>
        <p:nvSpPr>
          <p:cNvPr id="4" name="Text Placeholder 3">
            <a:extLst>
              <a:ext uri="{FF2B5EF4-FFF2-40B4-BE49-F238E27FC236}">
                <a16:creationId xmlns:a16="http://schemas.microsoft.com/office/drawing/2014/main" id="{74669FD9-B3D4-A962-08DA-5E5C5E3A4B24}"/>
              </a:ext>
            </a:extLst>
          </p:cNvPr>
          <p:cNvSpPr>
            <a:spLocks noGrp="1"/>
          </p:cNvSpPr>
          <p:nvPr>
            <p:ph type="body" sz="quarter" idx="13"/>
          </p:nvPr>
        </p:nvSpPr>
        <p:spPr>
          <a:xfrm>
            <a:off x="119063" y="1042431"/>
            <a:ext cx="11315472" cy="4773137"/>
          </a:xfrm>
        </p:spPr>
        <p:txBody>
          <a:bodyPr>
            <a:normAutofit lnSpcReduction="10000"/>
          </a:bodyPr>
          <a:lstStyle/>
          <a:p>
            <a:pPr algn="just"/>
            <a:r>
              <a:rPr lang="en-US" dirty="0"/>
              <a:t>The CNN model consistently outperformed the FNO model in terms of RMSE, MAE, R² score, and PSNR, particularly when optimized with various loss functions such as MSE, MAE, Huber loss, and combined loss.</a:t>
            </a:r>
          </a:p>
          <a:p>
            <a:pPr algn="just"/>
            <a:endParaRPr lang="en-US" dirty="0"/>
          </a:p>
          <a:p>
            <a:pPr algn="just"/>
            <a:r>
              <a:rPr lang="en-US" dirty="0"/>
              <a:t>CNNs demonstrated superior ability to capture localized spatial patterns and structures in medical imaging, while FNO's reliance on the Fourier transform made it less effective at handling complex, localized features.</a:t>
            </a:r>
          </a:p>
          <a:p>
            <a:pPr algn="just"/>
            <a:endParaRPr lang="en-US" dirty="0"/>
          </a:p>
          <a:p>
            <a:pPr algn="just"/>
            <a:r>
              <a:rPr lang="en-US" dirty="0"/>
              <a:t>Larger mode sizes in FNO models (e.g., 128, 256) showed slight improvements in R² score and PSNR but did not match the predictive accuracy of CNNs, emphasizing the need for fine-grained spatial feature detection in medical imaging.</a:t>
            </a:r>
          </a:p>
          <a:p>
            <a:pPr algn="just"/>
            <a:endParaRPr lang="en-US" dirty="0"/>
          </a:p>
          <a:p>
            <a:pPr algn="just"/>
            <a:r>
              <a:rPr lang="en-US" dirty="0"/>
              <a:t>The study highlights the potential of CNNs for medical image analysis and plans to explore hybrid architectures, advanced configurations, and larger datasets to enhance model performance and validate findings across diverse imaging modalities.</a:t>
            </a:r>
          </a:p>
        </p:txBody>
      </p:sp>
    </p:spTree>
    <p:extLst>
      <p:ext uri="{BB962C8B-B14F-4D97-AF65-F5344CB8AC3E}">
        <p14:creationId xmlns:p14="http://schemas.microsoft.com/office/powerpoint/2010/main" val="678897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2662CFF-303C-BE9A-BDC3-4739B8744097}"/>
              </a:ext>
            </a:extLst>
          </p:cNvPr>
          <p:cNvSpPr>
            <a:spLocks noGrp="1"/>
          </p:cNvSpPr>
          <p:nvPr>
            <p:ph type="sldNum" sz="quarter" idx="12"/>
          </p:nvPr>
        </p:nvSpPr>
        <p:spPr/>
        <p:txBody>
          <a:bodyPr/>
          <a:lstStyle/>
          <a:p>
            <a:fld id="{D4F7D0B0-7E7B-4879-A888-F5F2D3156A72}" type="slidenum">
              <a:rPr lang="en-US" smtClean="0"/>
              <a:t>12</a:t>
            </a:fld>
            <a:endParaRPr lang="en-US"/>
          </a:p>
        </p:txBody>
      </p:sp>
      <p:sp>
        <p:nvSpPr>
          <p:cNvPr id="5" name="TextBox 4">
            <a:extLst>
              <a:ext uri="{FF2B5EF4-FFF2-40B4-BE49-F238E27FC236}">
                <a16:creationId xmlns:a16="http://schemas.microsoft.com/office/drawing/2014/main" id="{C8E328DE-342A-F4ED-62AB-3B7567CC7FF6}"/>
              </a:ext>
            </a:extLst>
          </p:cNvPr>
          <p:cNvSpPr txBox="1"/>
          <p:nvPr/>
        </p:nvSpPr>
        <p:spPr>
          <a:xfrm>
            <a:off x="2209800" y="1724860"/>
            <a:ext cx="7353300" cy="2123658"/>
          </a:xfrm>
          <a:prstGeom prst="rect">
            <a:avLst/>
          </a:prstGeom>
          <a:noFill/>
        </p:spPr>
        <p:txBody>
          <a:bodyPr wrap="square" rtlCol="0">
            <a:spAutoFit/>
          </a:bodyPr>
          <a:lstStyle/>
          <a:p>
            <a:pPr algn="ctr"/>
            <a:r>
              <a:rPr lang="en-US" sz="6600" b="1" dirty="0"/>
              <a:t>Thank you for your Attention!</a:t>
            </a:r>
          </a:p>
        </p:txBody>
      </p:sp>
    </p:spTree>
    <p:extLst>
      <p:ext uri="{BB962C8B-B14F-4D97-AF65-F5344CB8AC3E}">
        <p14:creationId xmlns:p14="http://schemas.microsoft.com/office/powerpoint/2010/main" val="1466170645"/>
      </p:ext>
    </p:extLst>
  </p:cSld>
  <p:clrMapOvr>
    <a:masterClrMapping/>
  </p:clrMapOvr>
</p:sld>
</file>

<file path=ppt/theme/theme1.xml><?xml version="1.0" encoding="utf-8"?>
<a:theme xmlns:a="http://schemas.openxmlformats.org/drawingml/2006/main" name="ODU Angle Theme">
  <a:themeElements>
    <a:clrScheme name="Custom 1">
      <a:dk1>
        <a:srgbClr val="043657"/>
      </a:dk1>
      <a:lt1>
        <a:sysClr val="window" lastClr="FFFFFF"/>
      </a:lt1>
      <a:dk2>
        <a:srgbClr val="043657"/>
      </a:dk2>
      <a:lt2>
        <a:srgbClr val="FFFFFF"/>
      </a:lt2>
      <a:accent1>
        <a:srgbClr val="57C1EA"/>
      </a:accent1>
      <a:accent2>
        <a:srgbClr val="83CDB8"/>
      </a:accent2>
      <a:accent3>
        <a:srgbClr val="E0E329"/>
      </a:accent3>
      <a:accent4>
        <a:srgbClr val="FCB24C"/>
      </a:accent4>
      <a:accent5>
        <a:srgbClr val="9264AA"/>
      </a:accent5>
      <a:accent6>
        <a:srgbClr val="FFD140"/>
      </a:accent6>
      <a:hlink>
        <a:srgbClr val="98C5EA"/>
      </a:hlink>
      <a:folHlink>
        <a:srgbClr val="838A8F"/>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ODU-PowerPoint_Angle-Theme</Template>
  <TotalTime>292</TotalTime>
  <Words>1228</Words>
  <Application>Microsoft Office PowerPoint</Application>
  <PresentationFormat>Widescreen</PresentationFormat>
  <Paragraphs>142</Paragraphs>
  <Slides>12</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Arial</vt:lpstr>
      <vt:lpstr>Calibri</vt:lpstr>
      <vt:lpstr>Cambria Math</vt:lpstr>
      <vt:lpstr>Century Gothic</vt:lpstr>
      <vt:lpstr>Times New Roman</vt:lpstr>
      <vt:lpstr>Wingdings</vt:lpstr>
      <vt:lpstr>ODU Angle Theme</vt:lpstr>
      <vt:lpstr>Fourier Neural Operator (FNO) for Parametric Partial Differential Equations for Tumor Growth Prediction</vt:lpstr>
      <vt:lpstr>I What is Fourier Transformationave Data. Now what?</vt:lpstr>
      <vt:lpstr>Fourier Neural Operator (FNO)</vt:lpstr>
      <vt:lpstr>Fourier Neural Operator (FNO)</vt:lpstr>
      <vt:lpstr>Brain Tumor Growth Simulated Data</vt:lpstr>
      <vt:lpstr>Model Architecture and Training</vt:lpstr>
      <vt:lpstr>Performance Metrics Comparison</vt:lpstr>
      <vt:lpstr>Qualitative Presentation of Prediction</vt:lpstr>
      <vt:lpstr>Performance with Different Loss Functions</vt:lpstr>
      <vt:lpstr>Performance Metrics for FNO with Different Mode</vt:lpstr>
      <vt:lpstr>Takeaway Key points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ODU PRESENTATION</dc:title>
  <dc:creator>Spears, Kayla M.</dc:creator>
  <cp:lastModifiedBy>FARZANA, WALIA</cp:lastModifiedBy>
  <cp:revision>11</cp:revision>
  <dcterms:created xsi:type="dcterms:W3CDTF">2017-04-24T13:01:22Z</dcterms:created>
  <dcterms:modified xsi:type="dcterms:W3CDTF">2024-12-02T14:00:32Z</dcterms:modified>
</cp:coreProperties>
</file>